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92B135-D144-4DA6-A6CB-3A90E345117C}" v="179" dt="2026-09-16T10:47:54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y Yadav" userId="134ce92d08636818" providerId="LiveId" clId="{9725610F-947C-4FFC-AFCD-131044523CDB}"/>
    <pc:docChg chg="undo redo custSel addSld delSld modSld modMainMaster">
      <pc:chgData name="Princy Yadav" userId="134ce92d08636818" providerId="LiveId" clId="{9725610F-947C-4FFC-AFCD-131044523CDB}" dt="2026-09-16T10:47:54.531" v="844"/>
      <pc:docMkLst>
        <pc:docMk/>
      </pc:docMkLst>
      <pc:sldChg chg="addSp modSp mod modTransition modAnim">
        <pc:chgData name="Princy Yadav" userId="134ce92d08636818" providerId="LiveId" clId="{9725610F-947C-4FFC-AFCD-131044523CDB}" dt="2026-09-16T10:45:43.855" v="825"/>
        <pc:sldMkLst>
          <pc:docMk/>
          <pc:sldMk cId="4189201998" sldId="256"/>
        </pc:sldMkLst>
        <pc:spChg chg="mod">
          <ac:chgData name="Princy Yadav" userId="134ce92d08636818" providerId="LiveId" clId="{9725610F-947C-4FFC-AFCD-131044523CDB}" dt="2026-09-16T09:49:26.858" v="598" actId="1076"/>
          <ac:spMkLst>
            <pc:docMk/>
            <pc:sldMk cId="4189201998" sldId="256"/>
            <ac:spMk id="2" creationId="{8E1881A6-A734-ED75-7ECF-504AC7B2BFEF}"/>
          </ac:spMkLst>
        </pc:spChg>
        <pc:spChg chg="mod">
          <ac:chgData name="Princy Yadav" userId="134ce92d08636818" providerId="LiveId" clId="{9725610F-947C-4FFC-AFCD-131044523CDB}" dt="2026-09-16T10:18:47.182" v="770" actId="27636"/>
          <ac:spMkLst>
            <pc:docMk/>
            <pc:sldMk cId="4189201998" sldId="256"/>
            <ac:spMk id="3" creationId="{CF7EE282-68E6-DCAD-8BFE-5523722389BC}"/>
          </ac:spMkLst>
        </pc:spChg>
        <pc:picChg chg="add mod">
          <ac:chgData name="Princy Yadav" userId="134ce92d08636818" providerId="LiveId" clId="{9725610F-947C-4FFC-AFCD-131044523CDB}" dt="2026-09-16T10:44:38.313" v="820" actId="1076"/>
          <ac:picMkLst>
            <pc:docMk/>
            <pc:sldMk cId="4189201998" sldId="256"/>
            <ac:picMk id="10" creationId="{5801A05B-D371-9FA6-9E6A-3200D95E4297}"/>
          </ac:picMkLst>
        </pc:picChg>
      </pc:sldChg>
      <pc:sldChg chg="addSp delSp modSp mod modTransition modAnim">
        <pc:chgData name="Princy Yadav" userId="134ce92d08636818" providerId="LiveId" clId="{9725610F-947C-4FFC-AFCD-131044523CDB}" dt="2026-09-16T10:45:57.906" v="827"/>
        <pc:sldMkLst>
          <pc:docMk/>
          <pc:sldMk cId="1195089084" sldId="257"/>
        </pc:sldMkLst>
        <pc:spChg chg="mod">
          <ac:chgData name="Princy Yadav" userId="134ce92d08636818" providerId="LiveId" clId="{9725610F-947C-4FFC-AFCD-131044523CDB}" dt="2026-09-16T10:11:58.822" v="758" actId="14100"/>
          <ac:spMkLst>
            <pc:docMk/>
            <pc:sldMk cId="1195089084" sldId="257"/>
            <ac:spMk id="2" creationId="{C5D931D5-7360-C807-2442-6303601416AE}"/>
          </ac:spMkLst>
        </pc:spChg>
        <pc:spChg chg="add del mod">
          <ac:chgData name="Princy Yadav" userId="134ce92d08636818" providerId="LiveId" clId="{9725610F-947C-4FFC-AFCD-131044523CDB}" dt="2026-09-16T10:11:31.208" v="757"/>
          <ac:spMkLst>
            <pc:docMk/>
            <pc:sldMk cId="1195089084" sldId="257"/>
            <ac:spMk id="8" creationId="{EFAB8AFB-69FD-F63B-6C27-F7A1671902CD}"/>
          </ac:spMkLst>
        </pc:spChg>
        <pc:picChg chg="mod">
          <ac:chgData name="Princy Yadav" userId="134ce92d08636818" providerId="LiveId" clId="{9725610F-947C-4FFC-AFCD-131044523CDB}" dt="2026-09-16T10:11:25.900" v="754" actId="1076"/>
          <ac:picMkLst>
            <pc:docMk/>
            <pc:sldMk cId="1195089084" sldId="257"/>
            <ac:picMk id="5" creationId="{55D620DC-BF6D-F4B6-FDEE-9D17F8929CCB}"/>
          </ac:picMkLst>
        </pc:picChg>
        <pc:picChg chg="add mod">
          <ac:chgData name="Princy Yadav" userId="134ce92d08636818" providerId="LiveId" clId="{9725610F-947C-4FFC-AFCD-131044523CDB}" dt="2026-09-16T10:11:04.764" v="750" actId="1076"/>
          <ac:picMkLst>
            <pc:docMk/>
            <pc:sldMk cId="1195089084" sldId="257"/>
            <ac:picMk id="7" creationId="{1275C057-7B6E-32FC-B4A8-7800CD108963}"/>
          </ac:picMkLst>
        </pc:picChg>
      </pc:sldChg>
      <pc:sldChg chg="modSp mod modTransition modAnim">
        <pc:chgData name="Princy Yadav" userId="134ce92d08636818" providerId="LiveId" clId="{9725610F-947C-4FFC-AFCD-131044523CDB}" dt="2026-09-16T10:46:11.085" v="830"/>
        <pc:sldMkLst>
          <pc:docMk/>
          <pc:sldMk cId="2091146578" sldId="258"/>
        </pc:sldMkLst>
        <pc:spChg chg="mod">
          <ac:chgData name="Princy Yadav" userId="134ce92d08636818" providerId="LiveId" clId="{9725610F-947C-4FFC-AFCD-131044523CDB}" dt="2026-09-16T09:49:45.267" v="599" actId="1076"/>
          <ac:spMkLst>
            <pc:docMk/>
            <pc:sldMk cId="2091146578" sldId="258"/>
            <ac:spMk id="6" creationId="{DF55EA7F-FF69-84BD-1A94-7A39C50B0168}"/>
          </ac:spMkLst>
        </pc:spChg>
      </pc:sldChg>
      <pc:sldChg chg="addSp delSp modSp mod modTransition modAnim">
        <pc:chgData name="Princy Yadav" userId="134ce92d08636818" providerId="LiveId" clId="{9725610F-947C-4FFC-AFCD-131044523CDB}" dt="2026-09-16T10:46:23.569" v="832"/>
        <pc:sldMkLst>
          <pc:docMk/>
          <pc:sldMk cId="3913559474" sldId="259"/>
        </pc:sldMkLst>
        <pc:spChg chg="mod">
          <ac:chgData name="Princy Yadav" userId="134ce92d08636818" providerId="LiveId" clId="{9725610F-947C-4FFC-AFCD-131044523CDB}" dt="2026-09-16T10:19:19.882" v="771" actId="208"/>
          <ac:spMkLst>
            <pc:docMk/>
            <pc:sldMk cId="3913559474" sldId="259"/>
            <ac:spMk id="4" creationId="{4A7DE16B-EE3D-FB3C-9C3C-1064E454F9B2}"/>
          </ac:spMkLst>
        </pc:spChg>
        <pc:picChg chg="add del">
          <ac:chgData name="Princy Yadav" userId="134ce92d08636818" providerId="LiveId" clId="{9725610F-947C-4FFC-AFCD-131044523CDB}" dt="2026-09-16T09:51:04.670" v="601" actId="478"/>
          <ac:picMkLst>
            <pc:docMk/>
            <pc:sldMk cId="3913559474" sldId="259"/>
            <ac:picMk id="14" creationId="{B7AF1479-27D3-60EC-352C-AF24DE614F0A}"/>
          </ac:picMkLst>
        </pc:picChg>
        <pc:picChg chg="add mod">
          <ac:chgData name="Princy Yadav" userId="134ce92d08636818" providerId="LiveId" clId="{9725610F-947C-4FFC-AFCD-131044523CDB}" dt="2026-09-16T09:51:20.453" v="603" actId="1076"/>
          <ac:picMkLst>
            <pc:docMk/>
            <pc:sldMk cId="3913559474" sldId="259"/>
            <ac:picMk id="15" creationId="{0B1D2534-2E39-71E9-154D-D3B365913D39}"/>
          </ac:picMkLst>
        </pc:picChg>
        <pc:picChg chg="add mod">
          <ac:chgData name="Princy Yadav" userId="134ce92d08636818" providerId="LiveId" clId="{9725610F-947C-4FFC-AFCD-131044523CDB}" dt="2026-09-16T09:51:27.993" v="605" actId="1076"/>
          <ac:picMkLst>
            <pc:docMk/>
            <pc:sldMk cId="3913559474" sldId="259"/>
            <ac:picMk id="16" creationId="{2615C209-35E3-F23D-8310-A60C276E0B77}"/>
          </ac:picMkLst>
        </pc:picChg>
        <pc:picChg chg="add mod">
          <ac:chgData name="Princy Yadav" userId="134ce92d08636818" providerId="LiveId" clId="{9725610F-947C-4FFC-AFCD-131044523CDB}" dt="2026-09-16T09:51:37.872" v="607" actId="1076"/>
          <ac:picMkLst>
            <pc:docMk/>
            <pc:sldMk cId="3913559474" sldId="259"/>
            <ac:picMk id="17" creationId="{1CC1BD53-D3B3-1A87-FDA8-CF9849D6618B}"/>
          </ac:picMkLst>
        </pc:picChg>
      </pc:sldChg>
      <pc:sldChg chg="modSp mod modTransition modAnim">
        <pc:chgData name="Princy Yadav" userId="134ce92d08636818" providerId="LiveId" clId="{9725610F-947C-4FFC-AFCD-131044523CDB}" dt="2026-09-16T10:46:34.473" v="834"/>
        <pc:sldMkLst>
          <pc:docMk/>
          <pc:sldMk cId="2431598813" sldId="260"/>
        </pc:sldMkLst>
        <pc:spChg chg="mod">
          <ac:chgData name="Princy Yadav" userId="134ce92d08636818" providerId="LiveId" clId="{9725610F-947C-4FFC-AFCD-131044523CDB}" dt="2026-09-16T10:18:07.387" v="767" actId="208"/>
          <ac:spMkLst>
            <pc:docMk/>
            <pc:sldMk cId="2431598813" sldId="260"/>
            <ac:spMk id="2" creationId="{229DBF5E-219D-9155-D975-F41A10A2443C}"/>
          </ac:spMkLst>
        </pc:spChg>
        <pc:graphicFrameChg chg="mod modGraphic">
          <ac:chgData name="Princy Yadav" userId="134ce92d08636818" providerId="LiveId" clId="{9725610F-947C-4FFC-AFCD-131044523CDB}" dt="2026-09-16T09:54:32.059" v="618" actId="14100"/>
          <ac:graphicFrameMkLst>
            <pc:docMk/>
            <pc:sldMk cId="2431598813" sldId="260"/>
            <ac:graphicFrameMk id="5" creationId="{53252BD1-064B-DD6F-36F6-96ED4C7C6A1C}"/>
          </ac:graphicFrameMkLst>
        </pc:graphicFrameChg>
      </pc:sldChg>
      <pc:sldChg chg="modSp mod modTransition">
        <pc:chgData name="Princy Yadav" userId="134ce92d08636818" providerId="LiveId" clId="{9725610F-947C-4FFC-AFCD-131044523CDB}" dt="2026-09-16T10:45:43.855" v="825"/>
        <pc:sldMkLst>
          <pc:docMk/>
          <pc:sldMk cId="160288827" sldId="261"/>
        </pc:sldMkLst>
        <pc:spChg chg="mod">
          <ac:chgData name="Princy Yadav" userId="134ce92d08636818" providerId="LiveId" clId="{9725610F-947C-4FFC-AFCD-131044523CDB}" dt="2026-09-16T10:20:01.792" v="774" actId="208"/>
          <ac:spMkLst>
            <pc:docMk/>
            <pc:sldMk cId="160288827" sldId="261"/>
            <ac:spMk id="5" creationId="{7498B76D-7D77-E7FD-C9B1-C7960FB6BED1}"/>
          </ac:spMkLst>
        </pc:spChg>
      </pc:sldChg>
      <pc:sldChg chg="addSp delSp modSp mod modTransition modAnim">
        <pc:chgData name="Princy Yadav" userId="134ce92d08636818" providerId="LiveId" clId="{9725610F-947C-4FFC-AFCD-131044523CDB}" dt="2026-09-16T10:47:12.524" v="837"/>
        <pc:sldMkLst>
          <pc:docMk/>
          <pc:sldMk cId="1793202362" sldId="262"/>
        </pc:sldMkLst>
        <pc:spChg chg="mod">
          <ac:chgData name="Princy Yadav" userId="134ce92d08636818" providerId="LiveId" clId="{9725610F-947C-4FFC-AFCD-131044523CDB}" dt="2026-09-16T08:29:11.751" v="151" actId="208"/>
          <ac:spMkLst>
            <pc:docMk/>
            <pc:sldMk cId="1793202362" sldId="262"/>
            <ac:spMk id="2" creationId="{5216E919-D232-17F9-D35B-D5C2E2CAE31A}"/>
          </ac:spMkLst>
        </pc:spChg>
        <pc:spChg chg="del mod">
          <ac:chgData name="Princy Yadav" userId="134ce92d08636818" providerId="LiveId" clId="{9725610F-947C-4FFC-AFCD-131044523CDB}" dt="2026-09-16T08:19:16.762" v="38"/>
          <ac:spMkLst>
            <pc:docMk/>
            <pc:sldMk cId="1793202362" sldId="262"/>
            <ac:spMk id="5" creationId="{20BA9C04-8598-9660-4BF3-1A7071628BFB}"/>
          </ac:spMkLst>
        </pc:spChg>
        <pc:spChg chg="add mod">
          <ac:chgData name="Princy Yadav" userId="134ce92d08636818" providerId="LiveId" clId="{9725610F-947C-4FFC-AFCD-131044523CDB}" dt="2026-09-16T10:06:07.779" v="674" actId="14100"/>
          <ac:spMkLst>
            <pc:docMk/>
            <pc:sldMk cId="1793202362" sldId="262"/>
            <ac:spMk id="10" creationId="{60F4915B-9D43-3A23-0BDA-CB5DEFBB986A}"/>
          </ac:spMkLst>
        </pc:spChg>
        <pc:graphicFrameChg chg="add del modGraphic">
          <ac:chgData name="Princy Yadav" userId="134ce92d08636818" providerId="LiveId" clId="{9725610F-947C-4FFC-AFCD-131044523CDB}" dt="2026-09-16T08:19:16.760" v="36" actId="21"/>
          <ac:graphicFrameMkLst>
            <pc:docMk/>
            <pc:sldMk cId="1793202362" sldId="262"/>
            <ac:graphicFrameMk id="6" creationId="{51D0CF08-2EA6-1B0A-C738-38DC92C77D40}"/>
          </ac:graphicFrameMkLst>
        </pc:graphicFrameChg>
        <pc:graphicFrameChg chg="add mod modGraphic">
          <ac:chgData name="Princy Yadav" userId="134ce92d08636818" providerId="LiveId" clId="{9725610F-947C-4FFC-AFCD-131044523CDB}" dt="2026-09-16T10:06:22.060" v="676" actId="1076"/>
          <ac:graphicFrameMkLst>
            <pc:docMk/>
            <pc:sldMk cId="1793202362" sldId="262"/>
            <ac:graphicFrameMk id="7" creationId="{CA64803D-CDF2-CCB7-9F05-D53D3597ED7B}"/>
          </ac:graphicFrameMkLst>
        </pc:graphicFrameChg>
        <pc:picChg chg="add mod">
          <ac:chgData name="Princy Yadav" userId="134ce92d08636818" providerId="LiveId" clId="{9725610F-947C-4FFC-AFCD-131044523CDB}" dt="2026-09-16T10:06:28.770" v="678" actId="14100"/>
          <ac:picMkLst>
            <pc:docMk/>
            <pc:sldMk cId="1793202362" sldId="262"/>
            <ac:picMk id="9" creationId="{2CA68E10-A8EE-B00B-F92F-7EF52A7D9121}"/>
          </ac:picMkLst>
        </pc:picChg>
      </pc:sldChg>
      <pc:sldChg chg="addSp delSp modSp add del mod modTransition modAnim">
        <pc:chgData name="Princy Yadav" userId="134ce92d08636818" providerId="LiveId" clId="{9725610F-947C-4FFC-AFCD-131044523CDB}" dt="2026-09-16T10:47:30.881" v="840"/>
        <pc:sldMkLst>
          <pc:docMk/>
          <pc:sldMk cId="4294643103" sldId="263"/>
        </pc:sldMkLst>
        <pc:spChg chg="mod">
          <ac:chgData name="Princy Yadav" userId="134ce92d08636818" providerId="LiveId" clId="{9725610F-947C-4FFC-AFCD-131044523CDB}" dt="2026-09-16T10:08:11.082" v="685" actId="1076"/>
          <ac:spMkLst>
            <pc:docMk/>
            <pc:sldMk cId="4294643103" sldId="263"/>
            <ac:spMk id="3" creationId="{E685AF45-5327-ECBF-B44A-4152F411860C}"/>
          </ac:spMkLst>
        </pc:spChg>
        <pc:spChg chg="del mod">
          <ac:chgData name="Princy Yadav" userId="134ce92d08636818" providerId="LiveId" clId="{9725610F-947C-4FFC-AFCD-131044523CDB}" dt="2026-09-16T08:30:05.578" v="157"/>
          <ac:spMkLst>
            <pc:docMk/>
            <pc:sldMk cId="4294643103" sldId="263"/>
            <ac:spMk id="6" creationId="{44615403-DA05-AFC9-1C24-679A93897E0E}"/>
          </ac:spMkLst>
        </pc:spChg>
        <pc:graphicFrameChg chg="add del modGraphic">
          <ac:chgData name="Princy Yadav" userId="134ce92d08636818" providerId="LiveId" clId="{9725610F-947C-4FFC-AFCD-131044523CDB}" dt="2026-09-16T08:30:05.570" v="155" actId="21"/>
          <ac:graphicFrameMkLst>
            <pc:docMk/>
            <pc:sldMk cId="4294643103" sldId="263"/>
            <ac:graphicFrameMk id="7" creationId="{44984961-AB7F-A880-8340-A44AEE3CCE4D}"/>
          </ac:graphicFrameMkLst>
        </pc:graphicFrameChg>
        <pc:graphicFrameChg chg="add del mod modGraphic">
          <ac:chgData name="Princy Yadav" userId="134ce92d08636818" providerId="LiveId" clId="{9725610F-947C-4FFC-AFCD-131044523CDB}" dt="2026-09-16T08:33:30.203" v="165" actId="21"/>
          <ac:graphicFrameMkLst>
            <pc:docMk/>
            <pc:sldMk cId="4294643103" sldId="263"/>
            <ac:graphicFrameMk id="8" creationId="{9BB7BB50-7823-D216-19FA-CF45E61C6414}"/>
          </ac:graphicFrameMkLst>
        </pc:graphicFrameChg>
        <pc:graphicFrameChg chg="add del mod modGraphic">
          <ac:chgData name="Princy Yadav" userId="134ce92d08636818" providerId="LiveId" clId="{9725610F-947C-4FFC-AFCD-131044523CDB}" dt="2026-09-16T08:35:33.877" v="170" actId="21"/>
          <ac:graphicFrameMkLst>
            <pc:docMk/>
            <pc:sldMk cId="4294643103" sldId="263"/>
            <ac:graphicFrameMk id="9" creationId="{5FE5356F-AADA-BEFF-15D7-F2B637C226E0}"/>
          </ac:graphicFrameMkLst>
        </pc:graphicFrameChg>
        <pc:graphicFrameChg chg="add del mod modGraphic">
          <ac:chgData name="Princy Yadav" userId="134ce92d08636818" providerId="LiveId" clId="{9725610F-947C-4FFC-AFCD-131044523CDB}" dt="2026-09-16T08:41:06.299" v="189" actId="21"/>
          <ac:graphicFrameMkLst>
            <pc:docMk/>
            <pc:sldMk cId="4294643103" sldId="263"/>
            <ac:graphicFrameMk id="10" creationId="{2DFD8587-2F4E-8D89-DD40-896BF78E753E}"/>
          </ac:graphicFrameMkLst>
        </pc:graphicFrameChg>
        <pc:graphicFrameChg chg="add mod modGraphic">
          <ac:chgData name="Princy Yadav" userId="134ce92d08636818" providerId="LiveId" clId="{9725610F-947C-4FFC-AFCD-131044523CDB}" dt="2026-09-16T08:42:44.861" v="204"/>
          <ac:graphicFrameMkLst>
            <pc:docMk/>
            <pc:sldMk cId="4294643103" sldId="263"/>
            <ac:graphicFrameMk id="11" creationId="{7E3DBA4B-966B-605B-315B-A4382E3702A1}"/>
          </ac:graphicFrameMkLst>
        </pc:graphicFrameChg>
        <pc:graphicFrameChg chg="add mod modGraphic">
          <ac:chgData name="Princy Yadav" userId="134ce92d08636818" providerId="LiveId" clId="{9725610F-947C-4FFC-AFCD-131044523CDB}" dt="2026-09-16T09:27:35.331" v="566" actId="14100"/>
          <ac:graphicFrameMkLst>
            <pc:docMk/>
            <pc:sldMk cId="4294643103" sldId="263"/>
            <ac:graphicFrameMk id="12" creationId="{A7276634-C0B2-E179-C943-BAEC173DCA6F}"/>
          </ac:graphicFrameMkLst>
        </pc:graphicFrameChg>
        <pc:graphicFrameChg chg="add del mod modGraphic">
          <ac:chgData name="Princy Yadav" userId="134ce92d08636818" providerId="LiveId" clId="{9725610F-947C-4FFC-AFCD-131044523CDB}" dt="2026-09-16T08:45:22.889" v="217" actId="21"/>
          <ac:graphicFrameMkLst>
            <pc:docMk/>
            <pc:sldMk cId="4294643103" sldId="263"/>
            <ac:graphicFrameMk id="13" creationId="{67755082-10D7-E817-6231-6D2D24C5920C}"/>
          </ac:graphicFrameMkLst>
        </pc:graphicFrameChg>
        <pc:graphicFrameChg chg="add del modGraphic">
          <ac:chgData name="Princy Yadav" userId="134ce92d08636818" providerId="LiveId" clId="{9725610F-947C-4FFC-AFCD-131044523CDB}" dt="2026-09-16T08:45:47.592" v="219" actId="21"/>
          <ac:graphicFrameMkLst>
            <pc:docMk/>
            <pc:sldMk cId="4294643103" sldId="263"/>
            <ac:graphicFrameMk id="14" creationId="{2F973577-A577-612F-C54D-0D5F566E2D8C}"/>
          </ac:graphicFrameMkLst>
        </pc:graphicFrameChg>
        <pc:graphicFrameChg chg="add mod modGraphic">
          <ac:chgData name="Princy Yadav" userId="134ce92d08636818" providerId="LiveId" clId="{9725610F-947C-4FFC-AFCD-131044523CDB}" dt="2026-09-16T10:08:04.060" v="684" actId="1076"/>
          <ac:graphicFrameMkLst>
            <pc:docMk/>
            <pc:sldMk cId="4294643103" sldId="263"/>
            <ac:graphicFrameMk id="15" creationId="{892087BA-ECB2-A71A-F45D-1EA7913F5F83}"/>
          </ac:graphicFrameMkLst>
        </pc:graphicFrameChg>
        <pc:picChg chg="add mod">
          <ac:chgData name="Princy Yadav" userId="134ce92d08636818" providerId="LiveId" clId="{9725610F-947C-4FFC-AFCD-131044523CDB}" dt="2026-09-16T10:08:24.439" v="688" actId="208"/>
          <ac:picMkLst>
            <pc:docMk/>
            <pc:sldMk cId="4294643103" sldId="263"/>
            <ac:picMk id="17" creationId="{6A28008E-1687-9502-9453-5AB18935DF36}"/>
          </ac:picMkLst>
        </pc:picChg>
      </pc:sldChg>
      <pc:sldChg chg="addSp delSp modSp new mod modTransition modAnim">
        <pc:chgData name="Princy Yadav" userId="134ce92d08636818" providerId="LiveId" clId="{9725610F-947C-4FFC-AFCD-131044523CDB}" dt="2026-09-16T10:47:47.219" v="843"/>
        <pc:sldMkLst>
          <pc:docMk/>
          <pc:sldMk cId="2948032468" sldId="264"/>
        </pc:sldMkLst>
        <pc:spChg chg="add mod">
          <ac:chgData name="Princy Yadav" userId="134ce92d08636818" providerId="LiveId" clId="{9725610F-947C-4FFC-AFCD-131044523CDB}" dt="2026-09-16T09:01:11.228" v="300" actId="1076"/>
          <ac:spMkLst>
            <pc:docMk/>
            <pc:sldMk cId="2948032468" sldId="264"/>
            <ac:spMk id="2" creationId="{CA6C3938-C12B-DEAB-81C2-33B64E8817AE}"/>
          </ac:spMkLst>
        </pc:spChg>
        <pc:spChg chg="add mod">
          <ac:chgData name="Princy Yadav" userId="134ce92d08636818" providerId="LiveId" clId="{9725610F-947C-4FFC-AFCD-131044523CDB}" dt="2026-09-16T09:03:03.517" v="322" actId="14861"/>
          <ac:spMkLst>
            <pc:docMk/>
            <pc:sldMk cId="2948032468" sldId="264"/>
            <ac:spMk id="3" creationId="{AB763E8F-512C-1CA9-204C-D4EBB4A10038}"/>
          </ac:spMkLst>
        </pc:spChg>
        <pc:spChg chg="add del mod">
          <ac:chgData name="Princy Yadav" userId="134ce92d08636818" providerId="LiveId" clId="{9725610F-947C-4FFC-AFCD-131044523CDB}" dt="2026-09-16T09:05:17.997" v="332"/>
          <ac:spMkLst>
            <pc:docMk/>
            <pc:sldMk cId="2948032468" sldId="264"/>
            <ac:spMk id="4" creationId="{5D65FE11-DC94-BBB6-4C35-ACD6361F1399}"/>
          </ac:spMkLst>
        </pc:spChg>
        <pc:spChg chg="add del mod">
          <ac:chgData name="Princy Yadav" userId="134ce92d08636818" providerId="LiveId" clId="{9725610F-947C-4FFC-AFCD-131044523CDB}" dt="2026-09-16T09:18:59.034" v="451"/>
          <ac:spMkLst>
            <pc:docMk/>
            <pc:sldMk cId="2948032468" sldId="264"/>
            <ac:spMk id="5" creationId="{9B70C884-F3CE-4C67-3691-97D905FA9FD2}"/>
          </ac:spMkLst>
        </pc:spChg>
        <pc:spChg chg="add del mod">
          <ac:chgData name="Princy Yadav" userId="134ce92d08636818" providerId="LiveId" clId="{9725610F-947C-4FFC-AFCD-131044523CDB}" dt="2026-09-16T09:23:48.696" v="524"/>
          <ac:spMkLst>
            <pc:docMk/>
            <pc:sldMk cId="2948032468" sldId="264"/>
            <ac:spMk id="9" creationId="{89837F80-43AF-1D16-0744-B14DEC2FB165}"/>
          </ac:spMkLst>
        </pc:spChg>
        <pc:graphicFrameChg chg="add mod modGraphic">
          <ac:chgData name="Princy Yadav" userId="134ce92d08636818" providerId="LiveId" clId="{9725610F-947C-4FFC-AFCD-131044523CDB}" dt="2026-09-16T09:59:19.965" v="663" actId="207"/>
          <ac:graphicFrameMkLst>
            <pc:docMk/>
            <pc:sldMk cId="2948032468" sldId="264"/>
            <ac:graphicFrameMk id="6" creationId="{9535A0BD-4648-EA7F-E6B7-EA53C95C6B0B}"/>
          </ac:graphicFrameMkLst>
        </pc:graphicFrameChg>
        <pc:picChg chg="add mod">
          <ac:chgData name="Princy Yadav" userId="134ce92d08636818" providerId="LiveId" clId="{9725610F-947C-4FFC-AFCD-131044523CDB}" dt="2026-09-16T09:23:47.952" v="522" actId="208"/>
          <ac:picMkLst>
            <pc:docMk/>
            <pc:sldMk cId="2948032468" sldId="264"/>
            <ac:picMk id="8" creationId="{EEE803EB-124A-DB75-4894-5FF33C94653C}"/>
          </ac:picMkLst>
        </pc:picChg>
      </pc:sldChg>
      <pc:sldChg chg="addSp modSp new mod modTransition modAnim">
        <pc:chgData name="Princy Yadav" userId="134ce92d08636818" providerId="LiveId" clId="{9725610F-947C-4FFC-AFCD-131044523CDB}" dt="2026-09-16T10:47:54.531" v="844"/>
        <pc:sldMkLst>
          <pc:docMk/>
          <pc:sldMk cId="481211948" sldId="265"/>
        </pc:sldMkLst>
        <pc:spChg chg="add mod">
          <ac:chgData name="Princy Yadav" userId="134ce92d08636818" providerId="LiveId" clId="{9725610F-947C-4FFC-AFCD-131044523CDB}" dt="2026-09-16T09:28:56.065" v="575" actId="14861"/>
          <ac:spMkLst>
            <pc:docMk/>
            <pc:sldMk cId="481211948" sldId="265"/>
            <ac:spMk id="2" creationId="{B3276060-9972-312E-3956-3F05C7C75629}"/>
          </ac:spMkLst>
        </pc:spChg>
        <pc:spChg chg="add mod">
          <ac:chgData name="Princy Yadav" userId="134ce92d08636818" providerId="LiveId" clId="{9725610F-947C-4FFC-AFCD-131044523CDB}" dt="2026-09-16T10:40:54.354" v="818" actId="207"/>
          <ac:spMkLst>
            <pc:docMk/>
            <pc:sldMk cId="481211948" sldId="265"/>
            <ac:spMk id="3" creationId="{9789CC24-B8AD-44DD-3007-A03D14DD5177}"/>
          </ac:spMkLst>
        </pc:spChg>
        <pc:picChg chg="add mod">
          <ac:chgData name="Princy Yadav" userId="134ce92d08636818" providerId="LiveId" clId="{9725610F-947C-4FFC-AFCD-131044523CDB}" dt="2026-09-16T10:38:54.626" v="815" actId="208"/>
          <ac:picMkLst>
            <pc:docMk/>
            <pc:sldMk cId="481211948" sldId="265"/>
            <ac:picMk id="5" creationId="{45A0B733-A482-1143-28D6-FAF8FE516B35}"/>
          </ac:picMkLst>
        </pc:picChg>
      </pc:sldChg>
      <pc:sldChg chg="addSp delSp modSp new mod modTransition">
        <pc:chgData name="Princy Yadav" userId="134ce92d08636818" providerId="LiveId" clId="{9725610F-947C-4FFC-AFCD-131044523CDB}" dt="2026-09-16T10:45:43.855" v="825"/>
        <pc:sldMkLst>
          <pc:docMk/>
          <pc:sldMk cId="1294237779" sldId="266"/>
        </pc:sldMkLst>
        <pc:spChg chg="add del mod">
          <ac:chgData name="Princy Yadav" userId="134ce92d08636818" providerId="LiveId" clId="{9725610F-947C-4FFC-AFCD-131044523CDB}" dt="2026-09-16T09:44:24.640" v="589"/>
          <ac:spMkLst>
            <pc:docMk/>
            <pc:sldMk cId="1294237779" sldId="266"/>
            <ac:spMk id="6" creationId="{8B743308-2F0C-13AB-3C15-C36602BD7734}"/>
          </ac:spMkLst>
        </pc:spChg>
        <pc:picChg chg="add del mod">
          <ac:chgData name="Princy Yadav" userId="134ce92d08636818" providerId="LiveId" clId="{9725610F-947C-4FFC-AFCD-131044523CDB}" dt="2026-09-16T09:34:27.510" v="584" actId="21"/>
          <ac:picMkLst>
            <pc:docMk/>
            <pc:sldMk cId="1294237779" sldId="266"/>
            <ac:picMk id="3" creationId="{68E5A44F-C17F-F2ED-5870-3298A83C0874}"/>
          </ac:picMkLst>
        </pc:picChg>
        <pc:picChg chg="add del mod">
          <ac:chgData name="Princy Yadav" userId="134ce92d08636818" providerId="LiveId" clId="{9725610F-947C-4FFC-AFCD-131044523CDB}" dt="2026-09-16T09:44:24.640" v="587" actId="21"/>
          <ac:picMkLst>
            <pc:docMk/>
            <pc:sldMk cId="1294237779" sldId="266"/>
            <ac:picMk id="5" creationId="{FE7EF8F4-7E2C-D494-9477-B9F677A219A6}"/>
          </ac:picMkLst>
        </pc:picChg>
        <pc:picChg chg="add mod">
          <ac:chgData name="Princy Yadav" userId="134ce92d08636818" providerId="LiveId" clId="{9725610F-947C-4FFC-AFCD-131044523CDB}" dt="2026-09-16T09:48:14.655" v="592" actId="14100"/>
          <ac:picMkLst>
            <pc:docMk/>
            <pc:sldMk cId="1294237779" sldId="266"/>
            <ac:picMk id="8" creationId="{37E3D789-8061-A403-D214-FCD3E3DB0A90}"/>
          </ac:picMkLst>
        </pc:picChg>
      </pc:sldChg>
      <pc:sldMasterChg chg="modTransition modSldLayout">
        <pc:chgData name="Princy Yadav" userId="134ce92d08636818" providerId="LiveId" clId="{9725610F-947C-4FFC-AFCD-131044523CDB}" dt="2026-09-16T10:45:43.855" v="825"/>
        <pc:sldMasterMkLst>
          <pc:docMk/>
          <pc:sldMasterMk cId="4147209626" sldId="2147483648"/>
        </pc:sldMasterMkLst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328365961" sldId="2147483649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246767618" sldId="2147483650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875153826" sldId="2147483651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442528488" sldId="2147483652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068006634" sldId="2147483653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386398707" sldId="2147483654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844022488" sldId="2147483655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706949899" sldId="2147483656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235044771" sldId="2147483657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147542065" sldId="2147483658"/>
          </pc:sldLayoutMkLst>
        </pc:sldLayoutChg>
        <pc:sldLayoutChg chg="modTransition">
          <pc:chgData name="Princy Yadav" userId="134ce92d08636818" providerId="LiveId" clId="{9725610F-947C-4FFC-AFCD-131044523CDB}" dt="2026-09-16T10:45:43.855" v="825"/>
          <pc:sldLayoutMkLst>
            <pc:docMk/>
            <pc:sldMasterMk cId="4147209626" sldId="2147483648"/>
            <pc:sldLayoutMk cId="1266742642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Transaction Index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noFill/>
            <a:ln w="9525" cap="flat" cmpd="sng" algn="ctr">
              <a:solidFill>
                <a:schemeClr val="accent2">
                  <a:shade val="65000"/>
                </a:schemeClr>
              </a:solidFill>
              <a:miter lim="800000"/>
            </a:ln>
            <a:effectLst>
              <a:glow rad="63500">
                <a:schemeClr val="accent2">
                  <a:shade val="65000"/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>
                <a:solidFill>
                  <a:schemeClr val="lt1">
                    <a:lumMod val="50000"/>
                  </a:schemeClr>
                </a:solidFill>
                <a:round/>
              </a:ln>
              <a:effectLst/>
            </c:spPr>
          </c:errBar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40</c:v>
                </c:pt>
                <c:pt idx="2">
                  <c:v>58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34-409B-9C45-5FA83DF79F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>
                <a:solidFill>
                  <a:schemeClr val="lt1">
                    <a:lumMod val="50000"/>
                  </a:schemeClr>
                </a:solidFill>
                <a:round/>
              </a:ln>
              <a:effectLst/>
            </c:spPr>
          </c:errBar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DD34-409B-9C45-5FA83DF79F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noFill/>
            <a:ln w="9525" cap="flat" cmpd="sng" algn="ctr">
              <a:solidFill>
                <a:schemeClr val="accent2">
                  <a:tint val="65000"/>
                </a:schemeClr>
              </a:solidFill>
              <a:miter lim="800000"/>
            </a:ln>
            <a:effectLst>
              <a:glow rad="63500">
                <a:schemeClr val="accent2">
                  <a:tint val="65000"/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>
                <a:solidFill>
                  <a:schemeClr val="lt1">
                    <a:lumMod val="50000"/>
                  </a:schemeClr>
                </a:solidFill>
                <a:round/>
              </a:ln>
              <a:effectLst/>
            </c:spPr>
          </c:errBar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DD34-409B-9C45-5FA83DF79F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1135864128"/>
        <c:axId val="749798800"/>
      </c:barChart>
      <c:catAx>
        <c:axId val="113586412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798800"/>
        <c:crosses val="autoZero"/>
        <c:auto val="1"/>
        <c:lblAlgn val="ctr"/>
        <c:lblOffset val="100"/>
        <c:noMultiLvlLbl val="0"/>
      </c:catAx>
      <c:valAx>
        <c:axId val="74979880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5864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3D17DC-D597-4453-BA36-1579B23A0C08}" type="doc">
      <dgm:prSet loTypeId="urn:microsoft.com/office/officeart/2008/layout/VerticalCurv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F01F78C-F232-4B88-AA10-5E9772D4B6F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Digital Payments</a:t>
          </a:r>
        </a:p>
      </dgm:t>
    </dgm:pt>
    <dgm:pt modelId="{61FD0E98-8178-4841-A494-94BA886CF904}" type="parTrans" cxnId="{A7E595E0-F988-4D94-8380-89220FB19D2A}">
      <dgm:prSet/>
      <dgm:spPr/>
      <dgm:t>
        <a:bodyPr/>
        <a:lstStyle/>
        <a:p>
          <a:endParaRPr lang="en-IN"/>
        </a:p>
      </dgm:t>
    </dgm:pt>
    <dgm:pt modelId="{25DEC1BB-874F-4CC5-AE7D-CA3BF1100A6F}" type="sibTrans" cxnId="{A7E595E0-F988-4D94-8380-89220FB19D2A}">
      <dgm:prSet/>
      <dgm:spPr/>
      <dgm:t>
        <a:bodyPr/>
        <a:lstStyle/>
        <a:p>
          <a:endParaRPr lang="en-IN"/>
        </a:p>
      </dgm:t>
    </dgm:pt>
    <dgm:pt modelId="{EA84508D-A292-4322-9DEC-6B1E2F76B75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E-Governance</a:t>
          </a:r>
        </a:p>
      </dgm:t>
    </dgm:pt>
    <dgm:pt modelId="{B9F99010-3D73-4B5A-B4CA-4E827F2AE001}" type="parTrans" cxnId="{7D23E3E6-085F-4C14-8DBE-9D0FE02C78A3}">
      <dgm:prSet/>
      <dgm:spPr/>
      <dgm:t>
        <a:bodyPr/>
        <a:lstStyle/>
        <a:p>
          <a:endParaRPr lang="en-IN"/>
        </a:p>
      </dgm:t>
    </dgm:pt>
    <dgm:pt modelId="{7CF77442-F401-46BB-BFC4-FE8573D8C1C8}" type="sibTrans" cxnId="{7D23E3E6-085F-4C14-8DBE-9D0FE02C78A3}">
      <dgm:prSet/>
      <dgm:spPr/>
      <dgm:t>
        <a:bodyPr/>
        <a:lstStyle/>
        <a:p>
          <a:endParaRPr lang="en-IN"/>
        </a:p>
      </dgm:t>
    </dgm:pt>
    <dgm:pt modelId="{2F9929A2-C068-4117-8135-C809772DE96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Digital Education</a:t>
          </a:r>
        </a:p>
      </dgm:t>
    </dgm:pt>
    <dgm:pt modelId="{B41AB38B-8F6C-4B74-BAB9-338D64D91186}" type="parTrans" cxnId="{9ECAF71A-B852-44BC-835D-753E02B02521}">
      <dgm:prSet/>
      <dgm:spPr/>
      <dgm:t>
        <a:bodyPr/>
        <a:lstStyle/>
        <a:p>
          <a:endParaRPr lang="en-IN"/>
        </a:p>
      </dgm:t>
    </dgm:pt>
    <dgm:pt modelId="{ED4BA59D-674C-4343-ADB1-96781C5C5C2B}" type="sibTrans" cxnId="{9ECAF71A-B852-44BC-835D-753E02B02521}">
      <dgm:prSet/>
      <dgm:spPr/>
      <dgm:t>
        <a:bodyPr/>
        <a:lstStyle/>
        <a:p>
          <a:endParaRPr lang="en-IN"/>
        </a:p>
      </dgm:t>
    </dgm:pt>
    <dgm:pt modelId="{C44793B3-BFDB-4FA9-B9D7-5ACFE70A7A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Digital Healthcare</a:t>
          </a:r>
        </a:p>
      </dgm:t>
    </dgm:pt>
    <dgm:pt modelId="{A6F3A3FF-4751-4D75-A578-BBD7D4C8A0CC}" type="parTrans" cxnId="{34DF6BEF-FE0A-4113-BDE9-C92E6FECECC7}">
      <dgm:prSet/>
      <dgm:spPr/>
      <dgm:t>
        <a:bodyPr/>
        <a:lstStyle/>
        <a:p>
          <a:endParaRPr lang="en-IN"/>
        </a:p>
      </dgm:t>
    </dgm:pt>
    <dgm:pt modelId="{D4C1BC8E-899D-452C-9C9D-108078FF4E08}" type="sibTrans" cxnId="{34DF6BEF-FE0A-4113-BDE9-C92E6FECECC7}">
      <dgm:prSet/>
      <dgm:spPr/>
      <dgm:t>
        <a:bodyPr/>
        <a:lstStyle/>
        <a:p>
          <a:endParaRPr lang="en-IN"/>
        </a:p>
      </dgm:t>
    </dgm:pt>
    <dgm:pt modelId="{9365F209-7123-4E73-A9E3-3123B33D327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Online Banking</a:t>
          </a:r>
        </a:p>
      </dgm:t>
    </dgm:pt>
    <dgm:pt modelId="{49930C3B-64E2-48CA-8FAB-5BB779743E1E}" type="parTrans" cxnId="{0F86643F-DC0E-47E6-AA39-A3721461D6F8}">
      <dgm:prSet/>
      <dgm:spPr/>
      <dgm:t>
        <a:bodyPr/>
        <a:lstStyle/>
        <a:p>
          <a:endParaRPr lang="en-IN"/>
        </a:p>
      </dgm:t>
    </dgm:pt>
    <dgm:pt modelId="{7A77A8D9-FE6B-4701-BAE9-06B8A2ED49AF}" type="sibTrans" cxnId="{0F86643F-DC0E-47E6-AA39-A3721461D6F8}">
      <dgm:prSet/>
      <dgm:spPr/>
      <dgm:t>
        <a:bodyPr/>
        <a:lstStyle/>
        <a:p>
          <a:endParaRPr lang="en-IN"/>
        </a:p>
      </dgm:t>
    </dgm:pt>
    <dgm:pt modelId="{5310793A-7DB6-4EDB-A95B-85FF38F168A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Digital Infrastructur</a:t>
          </a:r>
        </a:p>
      </dgm:t>
    </dgm:pt>
    <dgm:pt modelId="{4F607EDE-9E43-41CA-9500-571294BCB3DB}" type="parTrans" cxnId="{AAD8F7A7-A1DE-48E7-8DA6-6CFA261EF4DA}">
      <dgm:prSet/>
      <dgm:spPr/>
      <dgm:t>
        <a:bodyPr/>
        <a:lstStyle/>
        <a:p>
          <a:endParaRPr lang="en-IN"/>
        </a:p>
      </dgm:t>
    </dgm:pt>
    <dgm:pt modelId="{8E8749BC-3EC6-4B79-997C-328032BA5A35}" type="sibTrans" cxnId="{AAD8F7A7-A1DE-48E7-8DA6-6CFA261EF4DA}">
      <dgm:prSet/>
      <dgm:spPr/>
      <dgm:t>
        <a:bodyPr/>
        <a:lstStyle/>
        <a:p>
          <a:endParaRPr lang="en-IN"/>
        </a:p>
      </dgm:t>
    </dgm:pt>
    <dgm:pt modelId="{C3AF6F1F-81B2-49BB-A33C-29DE958D93AF}" type="pres">
      <dgm:prSet presAssocID="{933D17DC-D597-4453-BA36-1579B23A0C08}" presName="Name0" presStyleCnt="0">
        <dgm:presLayoutVars>
          <dgm:chMax val="7"/>
          <dgm:chPref val="7"/>
          <dgm:dir/>
        </dgm:presLayoutVars>
      </dgm:prSet>
      <dgm:spPr/>
    </dgm:pt>
    <dgm:pt modelId="{C5BEE09B-2DBA-47C9-900C-8ADE42657CA2}" type="pres">
      <dgm:prSet presAssocID="{933D17DC-D597-4453-BA36-1579B23A0C08}" presName="Name1" presStyleCnt="0"/>
      <dgm:spPr/>
    </dgm:pt>
    <dgm:pt modelId="{F3DB9708-74B2-463A-994E-EA3BABB46D7B}" type="pres">
      <dgm:prSet presAssocID="{933D17DC-D597-4453-BA36-1579B23A0C08}" presName="cycle" presStyleCnt="0"/>
      <dgm:spPr/>
    </dgm:pt>
    <dgm:pt modelId="{724BCE1D-68DE-4EF4-A4BB-785E450AECF8}" type="pres">
      <dgm:prSet presAssocID="{933D17DC-D597-4453-BA36-1579B23A0C08}" presName="srcNode" presStyleLbl="node1" presStyleIdx="0" presStyleCnt="6"/>
      <dgm:spPr/>
    </dgm:pt>
    <dgm:pt modelId="{E50DB2CA-A1DB-447E-B2FE-D75D916B309F}" type="pres">
      <dgm:prSet presAssocID="{933D17DC-D597-4453-BA36-1579B23A0C08}" presName="conn" presStyleLbl="parChTrans1D2" presStyleIdx="0" presStyleCnt="1"/>
      <dgm:spPr/>
    </dgm:pt>
    <dgm:pt modelId="{13A62053-633F-467F-B048-919C24009A2A}" type="pres">
      <dgm:prSet presAssocID="{933D17DC-D597-4453-BA36-1579B23A0C08}" presName="extraNode" presStyleLbl="node1" presStyleIdx="0" presStyleCnt="6"/>
      <dgm:spPr/>
    </dgm:pt>
    <dgm:pt modelId="{E1FB9815-12E2-4C89-8560-84F84839893D}" type="pres">
      <dgm:prSet presAssocID="{933D17DC-D597-4453-BA36-1579B23A0C08}" presName="dstNode" presStyleLbl="node1" presStyleIdx="0" presStyleCnt="6"/>
      <dgm:spPr/>
    </dgm:pt>
    <dgm:pt modelId="{DB79DF51-55D0-4055-8A53-E21E23162734}" type="pres">
      <dgm:prSet presAssocID="{AF01F78C-F232-4B88-AA10-5E9772D4B6FA}" presName="text_1" presStyleLbl="node1" presStyleIdx="0" presStyleCnt="6">
        <dgm:presLayoutVars>
          <dgm:bulletEnabled val="1"/>
        </dgm:presLayoutVars>
      </dgm:prSet>
      <dgm:spPr/>
    </dgm:pt>
    <dgm:pt modelId="{DBAAA3E3-4A86-4715-B6AA-803A07BEA346}" type="pres">
      <dgm:prSet presAssocID="{AF01F78C-F232-4B88-AA10-5E9772D4B6FA}" presName="accent_1" presStyleCnt="0"/>
      <dgm:spPr/>
    </dgm:pt>
    <dgm:pt modelId="{07EF3D5F-A3E6-42B7-BFC8-BC5A49426CC3}" type="pres">
      <dgm:prSet presAssocID="{AF01F78C-F232-4B88-AA10-5E9772D4B6FA}" presName="accentRepeatNode" presStyleLbl="solidFgAcc1" presStyleIdx="0" presStyleCnt="6"/>
      <dgm:spPr/>
    </dgm:pt>
    <dgm:pt modelId="{E8D7DED4-5156-479A-8D36-3FA44DAFBEF0}" type="pres">
      <dgm:prSet presAssocID="{EA84508D-A292-4322-9DEC-6B1E2F76B754}" presName="text_2" presStyleLbl="node1" presStyleIdx="1" presStyleCnt="6">
        <dgm:presLayoutVars>
          <dgm:bulletEnabled val="1"/>
        </dgm:presLayoutVars>
      </dgm:prSet>
      <dgm:spPr/>
    </dgm:pt>
    <dgm:pt modelId="{71C47696-A99D-4E88-BA81-AB0CC6AD1433}" type="pres">
      <dgm:prSet presAssocID="{EA84508D-A292-4322-9DEC-6B1E2F76B754}" presName="accent_2" presStyleCnt="0"/>
      <dgm:spPr/>
    </dgm:pt>
    <dgm:pt modelId="{EFF8F008-9BDC-4898-9A0B-94AE7CAC8205}" type="pres">
      <dgm:prSet presAssocID="{EA84508D-A292-4322-9DEC-6B1E2F76B754}" presName="accentRepeatNode" presStyleLbl="solidFgAcc1" presStyleIdx="1" presStyleCnt="6"/>
      <dgm:spPr/>
    </dgm:pt>
    <dgm:pt modelId="{2AF1BC59-CB1D-458B-9003-6294025A424A}" type="pres">
      <dgm:prSet presAssocID="{2F9929A2-C068-4117-8135-C809772DE966}" presName="text_3" presStyleLbl="node1" presStyleIdx="2" presStyleCnt="6">
        <dgm:presLayoutVars>
          <dgm:bulletEnabled val="1"/>
        </dgm:presLayoutVars>
      </dgm:prSet>
      <dgm:spPr/>
    </dgm:pt>
    <dgm:pt modelId="{B8F823FC-5A1A-4243-B096-06671A0FD639}" type="pres">
      <dgm:prSet presAssocID="{2F9929A2-C068-4117-8135-C809772DE966}" presName="accent_3" presStyleCnt="0"/>
      <dgm:spPr/>
    </dgm:pt>
    <dgm:pt modelId="{9ADF3E1D-4FFB-4182-B636-D530667E1AE1}" type="pres">
      <dgm:prSet presAssocID="{2F9929A2-C068-4117-8135-C809772DE966}" presName="accentRepeatNode" presStyleLbl="solidFgAcc1" presStyleIdx="2" presStyleCnt="6"/>
      <dgm:spPr/>
    </dgm:pt>
    <dgm:pt modelId="{EFEED182-3980-439F-94D8-D3B93D56C36B}" type="pres">
      <dgm:prSet presAssocID="{C44793B3-BFDB-4FA9-B9D7-5ACFE70A7A02}" presName="text_4" presStyleLbl="node1" presStyleIdx="3" presStyleCnt="6">
        <dgm:presLayoutVars>
          <dgm:bulletEnabled val="1"/>
        </dgm:presLayoutVars>
      </dgm:prSet>
      <dgm:spPr/>
    </dgm:pt>
    <dgm:pt modelId="{76421A46-5FA5-406B-8D97-6ECB3D80D9EA}" type="pres">
      <dgm:prSet presAssocID="{C44793B3-BFDB-4FA9-B9D7-5ACFE70A7A02}" presName="accent_4" presStyleCnt="0"/>
      <dgm:spPr/>
    </dgm:pt>
    <dgm:pt modelId="{E8AB48B3-88B3-4A2D-BA05-168FA0F8F9B4}" type="pres">
      <dgm:prSet presAssocID="{C44793B3-BFDB-4FA9-B9D7-5ACFE70A7A02}" presName="accentRepeatNode" presStyleLbl="solidFgAcc1" presStyleIdx="3" presStyleCnt="6"/>
      <dgm:spPr/>
    </dgm:pt>
    <dgm:pt modelId="{EC90A594-ABE9-45F7-AB23-63DC15147B65}" type="pres">
      <dgm:prSet presAssocID="{9365F209-7123-4E73-A9E3-3123B33D3270}" presName="text_5" presStyleLbl="node1" presStyleIdx="4" presStyleCnt="6">
        <dgm:presLayoutVars>
          <dgm:bulletEnabled val="1"/>
        </dgm:presLayoutVars>
      </dgm:prSet>
      <dgm:spPr/>
    </dgm:pt>
    <dgm:pt modelId="{85396208-15C7-4CD7-98C8-D48FFF7F1C41}" type="pres">
      <dgm:prSet presAssocID="{9365F209-7123-4E73-A9E3-3123B33D3270}" presName="accent_5" presStyleCnt="0"/>
      <dgm:spPr/>
    </dgm:pt>
    <dgm:pt modelId="{F1D765D4-43C1-48BD-B7CA-28106833297D}" type="pres">
      <dgm:prSet presAssocID="{9365F209-7123-4E73-A9E3-3123B33D3270}" presName="accentRepeatNode" presStyleLbl="solidFgAcc1" presStyleIdx="4" presStyleCnt="6"/>
      <dgm:spPr/>
    </dgm:pt>
    <dgm:pt modelId="{FEBB2CE4-013E-4067-81B1-00A5B2B1E56A}" type="pres">
      <dgm:prSet presAssocID="{5310793A-7DB6-4EDB-A95B-85FF38F168AC}" presName="text_6" presStyleLbl="node1" presStyleIdx="5" presStyleCnt="6">
        <dgm:presLayoutVars>
          <dgm:bulletEnabled val="1"/>
        </dgm:presLayoutVars>
      </dgm:prSet>
      <dgm:spPr/>
    </dgm:pt>
    <dgm:pt modelId="{B8747C4B-16FF-4012-AD05-8ABE356B9EC2}" type="pres">
      <dgm:prSet presAssocID="{5310793A-7DB6-4EDB-A95B-85FF38F168AC}" presName="accent_6" presStyleCnt="0"/>
      <dgm:spPr/>
    </dgm:pt>
    <dgm:pt modelId="{FDB3A70C-A89E-438C-82D1-2AB99A683103}" type="pres">
      <dgm:prSet presAssocID="{5310793A-7DB6-4EDB-A95B-85FF38F168AC}" presName="accentRepeatNode" presStyleLbl="solidFgAcc1" presStyleIdx="5" presStyleCnt="6"/>
      <dgm:spPr/>
    </dgm:pt>
  </dgm:ptLst>
  <dgm:cxnLst>
    <dgm:cxn modelId="{9ECAF71A-B852-44BC-835D-753E02B02521}" srcId="{933D17DC-D597-4453-BA36-1579B23A0C08}" destId="{2F9929A2-C068-4117-8135-C809772DE966}" srcOrd="2" destOrd="0" parTransId="{B41AB38B-8F6C-4B74-BAB9-338D64D91186}" sibTransId="{ED4BA59D-674C-4343-ADB1-96781C5C5C2B}"/>
    <dgm:cxn modelId="{CB660A1F-CBB1-4144-B42B-315B7CEFC5ED}" type="presOf" srcId="{5310793A-7DB6-4EDB-A95B-85FF38F168AC}" destId="{FEBB2CE4-013E-4067-81B1-00A5B2B1E56A}" srcOrd="0" destOrd="0" presId="urn:microsoft.com/office/officeart/2008/layout/VerticalCurvedList"/>
    <dgm:cxn modelId="{0F86643F-DC0E-47E6-AA39-A3721461D6F8}" srcId="{933D17DC-D597-4453-BA36-1579B23A0C08}" destId="{9365F209-7123-4E73-A9E3-3123B33D3270}" srcOrd="4" destOrd="0" parTransId="{49930C3B-64E2-48CA-8FAB-5BB779743E1E}" sibTransId="{7A77A8D9-FE6B-4701-BAE9-06B8A2ED49AF}"/>
    <dgm:cxn modelId="{F44E9C81-5778-4EBD-BDCD-97489C4EDF9F}" type="presOf" srcId="{25DEC1BB-874F-4CC5-AE7D-CA3BF1100A6F}" destId="{E50DB2CA-A1DB-447E-B2FE-D75D916B309F}" srcOrd="0" destOrd="0" presId="urn:microsoft.com/office/officeart/2008/layout/VerticalCurvedList"/>
    <dgm:cxn modelId="{D3089E84-322D-417A-9EBD-C4F5D4FE67F3}" type="presOf" srcId="{AF01F78C-F232-4B88-AA10-5E9772D4B6FA}" destId="{DB79DF51-55D0-4055-8A53-E21E23162734}" srcOrd="0" destOrd="0" presId="urn:microsoft.com/office/officeart/2008/layout/VerticalCurvedList"/>
    <dgm:cxn modelId="{6D5FEA94-AFD3-4892-BDA1-9C9F8D61CDA9}" type="presOf" srcId="{C44793B3-BFDB-4FA9-B9D7-5ACFE70A7A02}" destId="{EFEED182-3980-439F-94D8-D3B93D56C36B}" srcOrd="0" destOrd="0" presId="urn:microsoft.com/office/officeart/2008/layout/VerticalCurvedList"/>
    <dgm:cxn modelId="{AAD8F7A7-A1DE-48E7-8DA6-6CFA261EF4DA}" srcId="{933D17DC-D597-4453-BA36-1579B23A0C08}" destId="{5310793A-7DB6-4EDB-A95B-85FF38F168AC}" srcOrd="5" destOrd="0" parTransId="{4F607EDE-9E43-41CA-9500-571294BCB3DB}" sibTransId="{8E8749BC-3EC6-4B79-997C-328032BA5A35}"/>
    <dgm:cxn modelId="{815E8AAA-DAA9-4A6B-A2E9-C9F4C8285E59}" type="presOf" srcId="{EA84508D-A292-4322-9DEC-6B1E2F76B754}" destId="{E8D7DED4-5156-479A-8D36-3FA44DAFBEF0}" srcOrd="0" destOrd="0" presId="urn:microsoft.com/office/officeart/2008/layout/VerticalCurvedList"/>
    <dgm:cxn modelId="{4F60D9B9-4B8F-485B-A4B2-440CEF74F1EE}" type="presOf" srcId="{9365F209-7123-4E73-A9E3-3123B33D3270}" destId="{EC90A594-ABE9-45F7-AB23-63DC15147B65}" srcOrd="0" destOrd="0" presId="urn:microsoft.com/office/officeart/2008/layout/VerticalCurvedList"/>
    <dgm:cxn modelId="{2DB4D4BF-905E-4F48-B72D-3676AE6EAEB4}" type="presOf" srcId="{933D17DC-D597-4453-BA36-1579B23A0C08}" destId="{C3AF6F1F-81B2-49BB-A33C-29DE958D93AF}" srcOrd="0" destOrd="0" presId="urn:microsoft.com/office/officeart/2008/layout/VerticalCurvedList"/>
    <dgm:cxn modelId="{A7E595E0-F988-4D94-8380-89220FB19D2A}" srcId="{933D17DC-D597-4453-BA36-1579B23A0C08}" destId="{AF01F78C-F232-4B88-AA10-5E9772D4B6FA}" srcOrd="0" destOrd="0" parTransId="{61FD0E98-8178-4841-A494-94BA886CF904}" sibTransId="{25DEC1BB-874F-4CC5-AE7D-CA3BF1100A6F}"/>
    <dgm:cxn modelId="{7D23E3E6-085F-4C14-8DBE-9D0FE02C78A3}" srcId="{933D17DC-D597-4453-BA36-1579B23A0C08}" destId="{EA84508D-A292-4322-9DEC-6B1E2F76B754}" srcOrd="1" destOrd="0" parTransId="{B9F99010-3D73-4B5A-B4CA-4E827F2AE001}" sibTransId="{7CF77442-F401-46BB-BFC4-FE8573D8C1C8}"/>
    <dgm:cxn modelId="{BB5F64E9-6A69-42F3-99A3-3E0D7D0D7B50}" type="presOf" srcId="{2F9929A2-C068-4117-8135-C809772DE966}" destId="{2AF1BC59-CB1D-458B-9003-6294025A424A}" srcOrd="0" destOrd="0" presId="urn:microsoft.com/office/officeart/2008/layout/VerticalCurvedList"/>
    <dgm:cxn modelId="{34DF6BEF-FE0A-4113-BDE9-C92E6FECECC7}" srcId="{933D17DC-D597-4453-BA36-1579B23A0C08}" destId="{C44793B3-BFDB-4FA9-B9D7-5ACFE70A7A02}" srcOrd="3" destOrd="0" parTransId="{A6F3A3FF-4751-4D75-A578-BBD7D4C8A0CC}" sibTransId="{D4C1BC8E-899D-452C-9C9D-108078FF4E08}"/>
    <dgm:cxn modelId="{371942C7-021D-4327-B146-E1232B6655B1}" type="presParOf" srcId="{C3AF6F1F-81B2-49BB-A33C-29DE958D93AF}" destId="{C5BEE09B-2DBA-47C9-900C-8ADE42657CA2}" srcOrd="0" destOrd="0" presId="urn:microsoft.com/office/officeart/2008/layout/VerticalCurvedList"/>
    <dgm:cxn modelId="{6AB74D30-4136-43F8-B73E-81B52101FAD0}" type="presParOf" srcId="{C5BEE09B-2DBA-47C9-900C-8ADE42657CA2}" destId="{F3DB9708-74B2-463A-994E-EA3BABB46D7B}" srcOrd="0" destOrd="0" presId="urn:microsoft.com/office/officeart/2008/layout/VerticalCurvedList"/>
    <dgm:cxn modelId="{E19AFA21-4AF5-4FDF-9565-0D082AEF8BBA}" type="presParOf" srcId="{F3DB9708-74B2-463A-994E-EA3BABB46D7B}" destId="{724BCE1D-68DE-4EF4-A4BB-785E450AECF8}" srcOrd="0" destOrd="0" presId="urn:microsoft.com/office/officeart/2008/layout/VerticalCurvedList"/>
    <dgm:cxn modelId="{98FCD811-8FD2-4B4E-91E4-9CD7DB2F6F8D}" type="presParOf" srcId="{F3DB9708-74B2-463A-994E-EA3BABB46D7B}" destId="{E50DB2CA-A1DB-447E-B2FE-D75D916B309F}" srcOrd="1" destOrd="0" presId="urn:microsoft.com/office/officeart/2008/layout/VerticalCurvedList"/>
    <dgm:cxn modelId="{22C3A914-F8B9-4B60-8330-1362DD7243AD}" type="presParOf" srcId="{F3DB9708-74B2-463A-994E-EA3BABB46D7B}" destId="{13A62053-633F-467F-B048-919C24009A2A}" srcOrd="2" destOrd="0" presId="urn:microsoft.com/office/officeart/2008/layout/VerticalCurvedList"/>
    <dgm:cxn modelId="{4AE6BBA4-7BFE-4B46-913B-7C21CB241357}" type="presParOf" srcId="{F3DB9708-74B2-463A-994E-EA3BABB46D7B}" destId="{E1FB9815-12E2-4C89-8560-84F84839893D}" srcOrd="3" destOrd="0" presId="urn:microsoft.com/office/officeart/2008/layout/VerticalCurvedList"/>
    <dgm:cxn modelId="{1F50F27B-4CB7-486D-BA61-85255E8D8A26}" type="presParOf" srcId="{C5BEE09B-2DBA-47C9-900C-8ADE42657CA2}" destId="{DB79DF51-55D0-4055-8A53-E21E23162734}" srcOrd="1" destOrd="0" presId="urn:microsoft.com/office/officeart/2008/layout/VerticalCurvedList"/>
    <dgm:cxn modelId="{645AC05A-7866-4A85-BF8E-AA3982C8C95D}" type="presParOf" srcId="{C5BEE09B-2DBA-47C9-900C-8ADE42657CA2}" destId="{DBAAA3E3-4A86-4715-B6AA-803A07BEA346}" srcOrd="2" destOrd="0" presId="urn:microsoft.com/office/officeart/2008/layout/VerticalCurvedList"/>
    <dgm:cxn modelId="{A823127C-0FEF-41A0-A80C-97975E6F1EFA}" type="presParOf" srcId="{DBAAA3E3-4A86-4715-B6AA-803A07BEA346}" destId="{07EF3D5F-A3E6-42B7-BFC8-BC5A49426CC3}" srcOrd="0" destOrd="0" presId="urn:microsoft.com/office/officeart/2008/layout/VerticalCurvedList"/>
    <dgm:cxn modelId="{B2049D98-D641-4914-A73F-30E530631D4F}" type="presParOf" srcId="{C5BEE09B-2DBA-47C9-900C-8ADE42657CA2}" destId="{E8D7DED4-5156-479A-8D36-3FA44DAFBEF0}" srcOrd="3" destOrd="0" presId="urn:microsoft.com/office/officeart/2008/layout/VerticalCurvedList"/>
    <dgm:cxn modelId="{62515017-E629-4F47-BF9C-90F00A7EEA28}" type="presParOf" srcId="{C5BEE09B-2DBA-47C9-900C-8ADE42657CA2}" destId="{71C47696-A99D-4E88-BA81-AB0CC6AD1433}" srcOrd="4" destOrd="0" presId="urn:microsoft.com/office/officeart/2008/layout/VerticalCurvedList"/>
    <dgm:cxn modelId="{B293BE3A-90BE-4794-BDBB-63E91B689357}" type="presParOf" srcId="{71C47696-A99D-4E88-BA81-AB0CC6AD1433}" destId="{EFF8F008-9BDC-4898-9A0B-94AE7CAC8205}" srcOrd="0" destOrd="0" presId="urn:microsoft.com/office/officeart/2008/layout/VerticalCurvedList"/>
    <dgm:cxn modelId="{944924FE-F425-4E4A-AB3D-30FCFA8506DC}" type="presParOf" srcId="{C5BEE09B-2DBA-47C9-900C-8ADE42657CA2}" destId="{2AF1BC59-CB1D-458B-9003-6294025A424A}" srcOrd="5" destOrd="0" presId="urn:microsoft.com/office/officeart/2008/layout/VerticalCurvedList"/>
    <dgm:cxn modelId="{C1AB4B61-41A6-4C92-9311-B4823EABCD11}" type="presParOf" srcId="{C5BEE09B-2DBA-47C9-900C-8ADE42657CA2}" destId="{B8F823FC-5A1A-4243-B096-06671A0FD639}" srcOrd="6" destOrd="0" presId="urn:microsoft.com/office/officeart/2008/layout/VerticalCurvedList"/>
    <dgm:cxn modelId="{AD61A70B-A865-412E-A602-AE3783A2AC3D}" type="presParOf" srcId="{B8F823FC-5A1A-4243-B096-06671A0FD639}" destId="{9ADF3E1D-4FFB-4182-B636-D530667E1AE1}" srcOrd="0" destOrd="0" presId="urn:microsoft.com/office/officeart/2008/layout/VerticalCurvedList"/>
    <dgm:cxn modelId="{77C4C59F-D4F0-4BF4-A913-3D4DD92A9D24}" type="presParOf" srcId="{C5BEE09B-2DBA-47C9-900C-8ADE42657CA2}" destId="{EFEED182-3980-439F-94D8-D3B93D56C36B}" srcOrd="7" destOrd="0" presId="urn:microsoft.com/office/officeart/2008/layout/VerticalCurvedList"/>
    <dgm:cxn modelId="{07E8755D-6BC7-4FF1-B914-30F15200F75F}" type="presParOf" srcId="{C5BEE09B-2DBA-47C9-900C-8ADE42657CA2}" destId="{76421A46-5FA5-406B-8D97-6ECB3D80D9EA}" srcOrd="8" destOrd="0" presId="urn:microsoft.com/office/officeart/2008/layout/VerticalCurvedList"/>
    <dgm:cxn modelId="{F023FCED-1A53-4E07-BFC2-0562F1F0BCE7}" type="presParOf" srcId="{76421A46-5FA5-406B-8D97-6ECB3D80D9EA}" destId="{E8AB48B3-88B3-4A2D-BA05-168FA0F8F9B4}" srcOrd="0" destOrd="0" presId="urn:microsoft.com/office/officeart/2008/layout/VerticalCurvedList"/>
    <dgm:cxn modelId="{F3EBCB73-8133-4CDB-B97C-5791DE852C11}" type="presParOf" srcId="{C5BEE09B-2DBA-47C9-900C-8ADE42657CA2}" destId="{EC90A594-ABE9-45F7-AB23-63DC15147B65}" srcOrd="9" destOrd="0" presId="urn:microsoft.com/office/officeart/2008/layout/VerticalCurvedList"/>
    <dgm:cxn modelId="{5DF6C5A9-ED31-4BDE-B6D2-C94D865CFBFA}" type="presParOf" srcId="{C5BEE09B-2DBA-47C9-900C-8ADE42657CA2}" destId="{85396208-15C7-4CD7-98C8-D48FFF7F1C41}" srcOrd="10" destOrd="0" presId="urn:microsoft.com/office/officeart/2008/layout/VerticalCurvedList"/>
    <dgm:cxn modelId="{752FDACF-FC46-4C72-9940-2E5C18F20207}" type="presParOf" srcId="{85396208-15C7-4CD7-98C8-D48FFF7F1C41}" destId="{F1D765D4-43C1-48BD-B7CA-28106833297D}" srcOrd="0" destOrd="0" presId="urn:microsoft.com/office/officeart/2008/layout/VerticalCurvedList"/>
    <dgm:cxn modelId="{98C6DA95-1239-4221-B9C0-07324E6330EA}" type="presParOf" srcId="{C5BEE09B-2DBA-47C9-900C-8ADE42657CA2}" destId="{FEBB2CE4-013E-4067-81B1-00A5B2B1E56A}" srcOrd="11" destOrd="0" presId="urn:microsoft.com/office/officeart/2008/layout/VerticalCurvedList"/>
    <dgm:cxn modelId="{D2EB0070-6ACC-4481-AFE9-F3C25A1BE336}" type="presParOf" srcId="{C5BEE09B-2DBA-47C9-900C-8ADE42657CA2}" destId="{B8747C4B-16FF-4012-AD05-8ABE356B9EC2}" srcOrd="12" destOrd="0" presId="urn:microsoft.com/office/officeart/2008/layout/VerticalCurvedList"/>
    <dgm:cxn modelId="{F0768836-3446-469D-A755-F77CAFB4DB76}" type="presParOf" srcId="{B8747C4B-16FF-4012-AD05-8ABE356B9EC2}" destId="{FDB3A70C-A89E-438C-82D1-2AB99A68310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F6C9B4-C47B-4E04-81E9-463FA407980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IN"/>
        </a:p>
      </dgm:t>
    </dgm:pt>
    <dgm:pt modelId="{99E83932-58F9-45D6-806B-E26EEF8CFF9A}">
      <dgm:prSet phldrT="[Text]" phldr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 dirty="0"/>
            <a:t>Internet</a:t>
          </a:r>
        </a:p>
      </dgm:t>
    </dgm:pt>
    <dgm:pt modelId="{763B909A-163D-499C-A7D0-6423CABCBE75}" type="parTrans" cxnId="{BA5BECBE-FA11-4C9D-A3B7-54C9E99CF899}">
      <dgm:prSet/>
      <dgm:spPr/>
      <dgm:t>
        <a:bodyPr/>
        <a:lstStyle/>
        <a:p>
          <a:endParaRPr lang="en-IN"/>
        </a:p>
      </dgm:t>
    </dgm:pt>
    <dgm:pt modelId="{7353E576-BC5C-4F46-B252-BE80E51ED298}" type="sibTrans" cxnId="{BA5BECBE-FA11-4C9D-A3B7-54C9E99CF899}">
      <dgm:prSet/>
      <dgm:spPr/>
      <dgm:t>
        <a:bodyPr/>
        <a:lstStyle/>
        <a:p>
          <a:endParaRPr lang="en-IN"/>
        </a:p>
      </dgm:t>
    </dgm:pt>
    <dgm:pt modelId="{453BA73A-CD32-4550-8655-8A9A88FE163C}">
      <dgm:prSet phldrT="[Text]" phldr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 dirty="0"/>
            <a:t>Mobile</a:t>
          </a:r>
        </a:p>
      </dgm:t>
    </dgm:pt>
    <dgm:pt modelId="{A5C9F800-AE03-4B10-8AC1-2B24E7E6EBFB}" type="parTrans" cxnId="{CCEB1DA2-C9FA-4C90-B56C-D49BD65BF391}">
      <dgm:prSet/>
      <dgm:spPr/>
      <dgm:t>
        <a:bodyPr/>
        <a:lstStyle/>
        <a:p>
          <a:endParaRPr lang="en-IN"/>
        </a:p>
      </dgm:t>
    </dgm:pt>
    <dgm:pt modelId="{7610DA64-6D2F-4672-99E5-1F1E6640B9E9}" type="sibTrans" cxnId="{CCEB1DA2-C9FA-4C90-B56C-D49BD65BF391}">
      <dgm:prSet/>
      <dgm:spPr/>
      <dgm:t>
        <a:bodyPr/>
        <a:lstStyle/>
        <a:p>
          <a:endParaRPr lang="en-IN"/>
        </a:p>
      </dgm:t>
    </dgm:pt>
    <dgm:pt modelId="{3633C5F7-9384-434C-9092-4AC9C174BECA}">
      <dgm:prSet phldrT="[Text]" phldr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 dirty="0"/>
            <a:t>Online Services</a:t>
          </a:r>
        </a:p>
      </dgm:t>
    </dgm:pt>
    <dgm:pt modelId="{52D27B28-118E-4891-8221-CEBABEBCA53A}" type="parTrans" cxnId="{CD0B1359-33DB-40F2-839E-9C86454707FB}">
      <dgm:prSet/>
      <dgm:spPr/>
      <dgm:t>
        <a:bodyPr/>
        <a:lstStyle/>
        <a:p>
          <a:endParaRPr lang="en-IN"/>
        </a:p>
      </dgm:t>
    </dgm:pt>
    <dgm:pt modelId="{811BCB22-A334-4C36-B81C-E5DCB772B21C}" type="sibTrans" cxnId="{CD0B1359-33DB-40F2-839E-9C86454707FB}">
      <dgm:prSet/>
      <dgm:spPr/>
      <dgm:t>
        <a:bodyPr/>
        <a:lstStyle/>
        <a:p>
          <a:endParaRPr lang="en-IN"/>
        </a:p>
      </dgm:t>
    </dgm:pt>
    <dgm:pt modelId="{4B7067C9-D7F7-442F-B1DA-BB93AED4E589}">
      <dgm:prSet phldrT="[Text]" phldr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/>
            <a:t>Digital Payment</a:t>
          </a:r>
          <a:endParaRPr lang="en-IN" dirty="0"/>
        </a:p>
      </dgm:t>
    </dgm:pt>
    <dgm:pt modelId="{FEB7C966-26B4-4E4C-BE0A-F9103F93BA83}" type="parTrans" cxnId="{6A194465-3C67-4AA9-ACBE-28B8D468222D}">
      <dgm:prSet/>
      <dgm:spPr/>
      <dgm:t>
        <a:bodyPr/>
        <a:lstStyle/>
        <a:p>
          <a:endParaRPr lang="en-IN"/>
        </a:p>
      </dgm:t>
    </dgm:pt>
    <dgm:pt modelId="{E6A30E7F-E7A0-4F3F-BD22-C1AAF8ABD244}" type="sibTrans" cxnId="{6A194465-3C67-4AA9-ACBE-28B8D468222D}">
      <dgm:prSet/>
      <dgm:spPr/>
      <dgm:t>
        <a:bodyPr/>
        <a:lstStyle/>
        <a:p>
          <a:endParaRPr lang="en-IN"/>
        </a:p>
      </dgm:t>
    </dgm:pt>
    <dgm:pt modelId="{0F45F70F-6FB6-4465-8B36-7322C83F39C0}">
      <dgm:prSet phldrT="[Text]" phldr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IN"/>
            <a:t>Digital Certificate</a:t>
          </a:r>
          <a:endParaRPr lang="en-IN" dirty="0"/>
        </a:p>
      </dgm:t>
    </dgm:pt>
    <dgm:pt modelId="{598EB468-1305-41E9-8800-B719A001884E}" type="parTrans" cxnId="{EE76F49D-1921-4D21-9230-6FFEB9A46A29}">
      <dgm:prSet/>
      <dgm:spPr/>
      <dgm:t>
        <a:bodyPr/>
        <a:lstStyle/>
        <a:p>
          <a:endParaRPr lang="en-IN"/>
        </a:p>
      </dgm:t>
    </dgm:pt>
    <dgm:pt modelId="{B6CB58E0-DF96-43D7-BC8E-7401BAFE4A24}" type="sibTrans" cxnId="{EE76F49D-1921-4D21-9230-6FFEB9A46A29}">
      <dgm:prSet/>
      <dgm:spPr/>
      <dgm:t>
        <a:bodyPr/>
        <a:lstStyle/>
        <a:p>
          <a:endParaRPr lang="en-IN"/>
        </a:p>
      </dgm:t>
    </dgm:pt>
    <dgm:pt modelId="{F79B0CC2-47AE-4DA9-A4CF-BD64467AAC49}" type="pres">
      <dgm:prSet presAssocID="{90F6C9B4-C47B-4E04-81E9-463FA4079802}" presName="Name0" presStyleCnt="0">
        <dgm:presLayoutVars>
          <dgm:dir/>
          <dgm:animLvl val="lvl"/>
          <dgm:resizeHandles val="exact"/>
        </dgm:presLayoutVars>
      </dgm:prSet>
      <dgm:spPr/>
    </dgm:pt>
    <dgm:pt modelId="{D01B59FB-8EF0-4356-81B1-ED77B8DBA2CB}" type="pres">
      <dgm:prSet presAssocID="{99E83932-58F9-45D6-806B-E26EEF8CFF9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F851AC2-4229-4186-BBB7-675ACADC2AB1}" type="pres">
      <dgm:prSet presAssocID="{7353E576-BC5C-4F46-B252-BE80E51ED298}" presName="parTxOnly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46949FC1-FBB3-43D8-95CA-B20EA6F9B68F}" type="pres">
      <dgm:prSet presAssocID="{453BA73A-CD32-4550-8655-8A9A88FE163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AC6F6D79-AE31-43DC-98DC-EF7A11772CC5}" type="pres">
      <dgm:prSet presAssocID="{7610DA64-6D2F-4672-99E5-1F1E6640B9E9}" presName="parTxOnly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CD2889F7-2AB6-41CF-BAC0-4FB10A874079}" type="pres">
      <dgm:prSet presAssocID="{3633C5F7-9384-434C-9092-4AC9C174BECA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714D3583-3758-4E16-A0BE-28B137E75876}" type="pres">
      <dgm:prSet presAssocID="{811BCB22-A334-4C36-B81C-E5DCB772B21C}" presName="parTxOnly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C059C03D-6A31-4412-BBF6-F4FBA6B6CDA0}" type="pres">
      <dgm:prSet presAssocID="{4B7067C9-D7F7-442F-B1DA-BB93AED4E5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6730BF0-739B-4959-B05F-46BAED192E9B}" type="pres">
      <dgm:prSet presAssocID="{E6A30E7F-E7A0-4F3F-BD22-C1AAF8ABD244}" presName="parTxOnly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7C3D09E1-4B7E-4F76-9763-A00EB7A195E5}" type="pres">
      <dgm:prSet presAssocID="{0F45F70F-6FB6-4465-8B36-7322C83F39C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000FB718-4F1D-4505-9A2F-C130F6D7A9F7}" type="presOf" srcId="{99E83932-58F9-45D6-806B-E26EEF8CFF9A}" destId="{D01B59FB-8EF0-4356-81B1-ED77B8DBA2CB}" srcOrd="0" destOrd="0" presId="urn:microsoft.com/office/officeart/2005/8/layout/chevron1"/>
    <dgm:cxn modelId="{6C447C19-EF7F-492B-BB4F-2E70A2B87272}" type="presOf" srcId="{0F45F70F-6FB6-4465-8B36-7322C83F39C0}" destId="{7C3D09E1-4B7E-4F76-9763-A00EB7A195E5}" srcOrd="0" destOrd="0" presId="urn:microsoft.com/office/officeart/2005/8/layout/chevron1"/>
    <dgm:cxn modelId="{5A364E38-4FCB-48EB-AC83-2057448212D5}" type="presOf" srcId="{453BA73A-CD32-4550-8655-8A9A88FE163C}" destId="{46949FC1-FBB3-43D8-95CA-B20EA6F9B68F}" srcOrd="0" destOrd="0" presId="urn:microsoft.com/office/officeart/2005/8/layout/chevron1"/>
    <dgm:cxn modelId="{6A194465-3C67-4AA9-ACBE-28B8D468222D}" srcId="{90F6C9B4-C47B-4E04-81E9-463FA4079802}" destId="{4B7067C9-D7F7-442F-B1DA-BB93AED4E589}" srcOrd="3" destOrd="0" parTransId="{FEB7C966-26B4-4E4C-BE0A-F9103F93BA83}" sibTransId="{E6A30E7F-E7A0-4F3F-BD22-C1AAF8ABD244}"/>
    <dgm:cxn modelId="{3DB2C26A-0ED1-4D7A-AB32-148519AFF402}" type="presOf" srcId="{4B7067C9-D7F7-442F-B1DA-BB93AED4E589}" destId="{C059C03D-6A31-4412-BBF6-F4FBA6B6CDA0}" srcOrd="0" destOrd="0" presId="urn:microsoft.com/office/officeart/2005/8/layout/chevron1"/>
    <dgm:cxn modelId="{0377AC53-7764-42E6-8106-E836A021A1C0}" type="presOf" srcId="{90F6C9B4-C47B-4E04-81E9-463FA4079802}" destId="{F79B0CC2-47AE-4DA9-A4CF-BD64467AAC49}" srcOrd="0" destOrd="0" presId="urn:microsoft.com/office/officeart/2005/8/layout/chevron1"/>
    <dgm:cxn modelId="{CD0B1359-33DB-40F2-839E-9C86454707FB}" srcId="{90F6C9B4-C47B-4E04-81E9-463FA4079802}" destId="{3633C5F7-9384-434C-9092-4AC9C174BECA}" srcOrd="2" destOrd="0" parTransId="{52D27B28-118E-4891-8221-CEBABEBCA53A}" sibTransId="{811BCB22-A334-4C36-B81C-E5DCB772B21C}"/>
    <dgm:cxn modelId="{744A0B8E-699E-4FD2-B25A-8E275DEF4215}" type="presOf" srcId="{3633C5F7-9384-434C-9092-4AC9C174BECA}" destId="{CD2889F7-2AB6-41CF-BAC0-4FB10A874079}" srcOrd="0" destOrd="0" presId="urn:microsoft.com/office/officeart/2005/8/layout/chevron1"/>
    <dgm:cxn modelId="{EE76F49D-1921-4D21-9230-6FFEB9A46A29}" srcId="{90F6C9B4-C47B-4E04-81E9-463FA4079802}" destId="{0F45F70F-6FB6-4465-8B36-7322C83F39C0}" srcOrd="4" destOrd="0" parTransId="{598EB468-1305-41E9-8800-B719A001884E}" sibTransId="{B6CB58E0-DF96-43D7-BC8E-7401BAFE4A24}"/>
    <dgm:cxn modelId="{CCEB1DA2-C9FA-4C90-B56C-D49BD65BF391}" srcId="{90F6C9B4-C47B-4E04-81E9-463FA4079802}" destId="{453BA73A-CD32-4550-8655-8A9A88FE163C}" srcOrd="1" destOrd="0" parTransId="{A5C9F800-AE03-4B10-8AC1-2B24E7E6EBFB}" sibTransId="{7610DA64-6D2F-4672-99E5-1F1E6640B9E9}"/>
    <dgm:cxn modelId="{BA5BECBE-FA11-4C9D-A3B7-54C9E99CF899}" srcId="{90F6C9B4-C47B-4E04-81E9-463FA4079802}" destId="{99E83932-58F9-45D6-806B-E26EEF8CFF9A}" srcOrd="0" destOrd="0" parTransId="{763B909A-163D-499C-A7D0-6423CABCBE75}" sibTransId="{7353E576-BC5C-4F46-B252-BE80E51ED298}"/>
    <dgm:cxn modelId="{5627C827-6108-4F94-A3D7-B1DAB0690D47}" type="presParOf" srcId="{F79B0CC2-47AE-4DA9-A4CF-BD64467AAC49}" destId="{D01B59FB-8EF0-4356-81B1-ED77B8DBA2CB}" srcOrd="0" destOrd="0" presId="urn:microsoft.com/office/officeart/2005/8/layout/chevron1"/>
    <dgm:cxn modelId="{D4EEC77D-E619-42FC-BEBE-E37F6FEB5BC1}" type="presParOf" srcId="{F79B0CC2-47AE-4DA9-A4CF-BD64467AAC49}" destId="{CF851AC2-4229-4186-BBB7-675ACADC2AB1}" srcOrd="1" destOrd="0" presId="urn:microsoft.com/office/officeart/2005/8/layout/chevron1"/>
    <dgm:cxn modelId="{903C61D4-CF66-41BE-BEB5-13A69362C842}" type="presParOf" srcId="{F79B0CC2-47AE-4DA9-A4CF-BD64467AAC49}" destId="{46949FC1-FBB3-43D8-95CA-B20EA6F9B68F}" srcOrd="2" destOrd="0" presId="urn:microsoft.com/office/officeart/2005/8/layout/chevron1"/>
    <dgm:cxn modelId="{69E6EDCF-AC27-4698-BDBE-F9001217367A}" type="presParOf" srcId="{F79B0CC2-47AE-4DA9-A4CF-BD64467AAC49}" destId="{AC6F6D79-AE31-43DC-98DC-EF7A11772CC5}" srcOrd="3" destOrd="0" presId="urn:microsoft.com/office/officeart/2005/8/layout/chevron1"/>
    <dgm:cxn modelId="{CA080982-35A0-40B7-A87C-A6A7C0ABADB8}" type="presParOf" srcId="{F79B0CC2-47AE-4DA9-A4CF-BD64467AAC49}" destId="{CD2889F7-2AB6-41CF-BAC0-4FB10A874079}" srcOrd="4" destOrd="0" presId="urn:microsoft.com/office/officeart/2005/8/layout/chevron1"/>
    <dgm:cxn modelId="{EEFDA195-CC7F-4CAB-BB8B-FBAC3EFDA1E5}" type="presParOf" srcId="{F79B0CC2-47AE-4DA9-A4CF-BD64467AAC49}" destId="{714D3583-3758-4E16-A0BE-28B137E75876}" srcOrd="5" destOrd="0" presId="urn:microsoft.com/office/officeart/2005/8/layout/chevron1"/>
    <dgm:cxn modelId="{341B3330-4A87-4CC4-AFF1-8843AC780E84}" type="presParOf" srcId="{F79B0CC2-47AE-4DA9-A4CF-BD64467AAC49}" destId="{C059C03D-6A31-4412-BBF6-F4FBA6B6CDA0}" srcOrd="6" destOrd="0" presId="urn:microsoft.com/office/officeart/2005/8/layout/chevron1"/>
    <dgm:cxn modelId="{531FAC07-8E1C-402D-A19D-A58E6B3D939C}" type="presParOf" srcId="{F79B0CC2-47AE-4DA9-A4CF-BD64467AAC49}" destId="{96730BF0-739B-4959-B05F-46BAED192E9B}" srcOrd="7" destOrd="0" presId="urn:microsoft.com/office/officeart/2005/8/layout/chevron1"/>
    <dgm:cxn modelId="{198875E6-D603-4196-8402-E839884A0398}" type="presParOf" srcId="{F79B0CC2-47AE-4DA9-A4CF-BD64467AAC49}" destId="{7C3D09E1-4B7E-4F76-9763-A00EB7A195E5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6DD3E7-74B5-4FE2-8F15-682231F9B8C0}" type="doc">
      <dgm:prSet loTypeId="urn:microsoft.com/office/officeart/2005/8/layout/cycle3" loCatId="cycle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979CEFF-F073-4139-BEA8-29434470B209}">
      <dgm:prSet phldrT="[Text]" phldr="0"/>
      <dgm:spPr/>
      <dgm:t>
        <a:bodyPr/>
        <a:lstStyle/>
        <a:p>
          <a:r>
            <a:rPr lang="en-IN" dirty="0"/>
            <a:t>Saves Time</a:t>
          </a:r>
        </a:p>
      </dgm:t>
    </dgm:pt>
    <dgm:pt modelId="{34E97645-63EC-4376-BB72-41BFE95EAB86}" type="parTrans" cxnId="{2CF76AEE-55AA-408E-89D9-25E56E5731A7}">
      <dgm:prSet/>
      <dgm:spPr/>
      <dgm:t>
        <a:bodyPr/>
        <a:lstStyle/>
        <a:p>
          <a:endParaRPr lang="en-IN"/>
        </a:p>
      </dgm:t>
    </dgm:pt>
    <dgm:pt modelId="{98F63046-AE94-4650-8E05-00F6A3B66536}" type="sibTrans" cxnId="{2CF76AEE-55AA-408E-89D9-25E56E5731A7}">
      <dgm:prSet/>
      <dgm:spPr/>
      <dgm:t>
        <a:bodyPr/>
        <a:lstStyle/>
        <a:p>
          <a:endParaRPr lang="en-IN"/>
        </a:p>
      </dgm:t>
    </dgm:pt>
    <dgm:pt modelId="{9E777EB7-2789-49EB-BD49-B6B6187BC16A}">
      <dgm:prSet phldrT="[Text]" phldr="0"/>
      <dgm:spPr/>
      <dgm:t>
        <a:bodyPr/>
        <a:lstStyle/>
        <a:p>
          <a:r>
            <a:rPr lang="en-IN" dirty="0"/>
            <a:t>Easy Access</a:t>
          </a:r>
        </a:p>
      </dgm:t>
    </dgm:pt>
    <dgm:pt modelId="{718B61FE-240F-46CC-83CC-7FFBC0DFFFC8}" type="parTrans" cxnId="{AFB6CB48-5269-4F66-B8B6-D52BA1B1E055}">
      <dgm:prSet/>
      <dgm:spPr/>
      <dgm:t>
        <a:bodyPr/>
        <a:lstStyle/>
        <a:p>
          <a:endParaRPr lang="en-IN"/>
        </a:p>
      </dgm:t>
    </dgm:pt>
    <dgm:pt modelId="{60E3E811-59FB-4483-B91B-1016FA93C7E0}" type="sibTrans" cxnId="{AFB6CB48-5269-4F66-B8B6-D52BA1B1E055}">
      <dgm:prSet/>
      <dgm:spPr/>
      <dgm:t>
        <a:bodyPr/>
        <a:lstStyle/>
        <a:p>
          <a:endParaRPr lang="en-IN"/>
        </a:p>
      </dgm:t>
    </dgm:pt>
    <dgm:pt modelId="{1BE90ED9-2F7D-466C-99E3-F48835181FD7}">
      <dgm:prSet phldrT="[Text]" phldr="0"/>
      <dgm:spPr/>
      <dgm:t>
        <a:bodyPr/>
        <a:lstStyle/>
        <a:p>
          <a:r>
            <a:rPr lang="en-IN" dirty="0"/>
            <a:t>Transparency</a:t>
          </a:r>
        </a:p>
      </dgm:t>
    </dgm:pt>
    <dgm:pt modelId="{8B351512-0F6C-48D0-BF7D-60CAFEE1E5DB}" type="parTrans" cxnId="{DCA4D2D3-E780-4F46-A73C-350DBDBCAB83}">
      <dgm:prSet/>
      <dgm:spPr/>
      <dgm:t>
        <a:bodyPr/>
        <a:lstStyle/>
        <a:p>
          <a:endParaRPr lang="en-IN"/>
        </a:p>
      </dgm:t>
    </dgm:pt>
    <dgm:pt modelId="{96FCDBB2-D70D-4518-A614-07189E20BE6A}" type="sibTrans" cxnId="{DCA4D2D3-E780-4F46-A73C-350DBDBCAB83}">
      <dgm:prSet/>
      <dgm:spPr/>
      <dgm:t>
        <a:bodyPr/>
        <a:lstStyle/>
        <a:p>
          <a:endParaRPr lang="en-IN"/>
        </a:p>
      </dgm:t>
    </dgm:pt>
    <dgm:pt modelId="{CF65D5CF-5304-469B-800B-E467F0090DB7}">
      <dgm:prSet phldrT="[Text]" phldr="0"/>
      <dgm:spPr/>
      <dgm:t>
        <a:bodyPr/>
        <a:lstStyle/>
        <a:p>
          <a:r>
            <a:rPr lang="en-IN" dirty="0"/>
            <a:t>Convenience</a:t>
          </a:r>
        </a:p>
      </dgm:t>
    </dgm:pt>
    <dgm:pt modelId="{6C8E9C1C-B85C-4A9D-8D55-326E992C2988}" type="parTrans" cxnId="{A2E5C730-722B-4311-AC4E-5BD41A547373}">
      <dgm:prSet/>
      <dgm:spPr/>
      <dgm:t>
        <a:bodyPr/>
        <a:lstStyle/>
        <a:p>
          <a:endParaRPr lang="en-IN"/>
        </a:p>
      </dgm:t>
    </dgm:pt>
    <dgm:pt modelId="{5A37A302-F41C-495A-BB94-969EF4E113A6}" type="sibTrans" cxnId="{A2E5C730-722B-4311-AC4E-5BD41A547373}">
      <dgm:prSet/>
      <dgm:spPr/>
      <dgm:t>
        <a:bodyPr/>
        <a:lstStyle/>
        <a:p>
          <a:endParaRPr lang="en-IN"/>
        </a:p>
      </dgm:t>
    </dgm:pt>
    <dgm:pt modelId="{01EC4560-E1D8-44A4-9ACB-9E3BA099F739}">
      <dgm:prSet phldrT="[Text]" phldr="0"/>
      <dgm:spPr/>
      <dgm:t>
        <a:bodyPr/>
        <a:lstStyle/>
        <a:p>
          <a:r>
            <a:rPr lang="en-IN" dirty="0"/>
            <a:t>Wider Connectivity</a:t>
          </a:r>
        </a:p>
      </dgm:t>
    </dgm:pt>
    <dgm:pt modelId="{9A70F591-E3ED-40C3-81B0-71563A91D8A4}" type="parTrans" cxnId="{C8D8F2C9-3E53-43C8-B88D-18C633A0261B}">
      <dgm:prSet/>
      <dgm:spPr/>
      <dgm:t>
        <a:bodyPr/>
        <a:lstStyle/>
        <a:p>
          <a:endParaRPr lang="en-IN"/>
        </a:p>
      </dgm:t>
    </dgm:pt>
    <dgm:pt modelId="{C39922C4-7EAD-4AEE-B792-AE50B095EF6C}" type="sibTrans" cxnId="{C8D8F2C9-3E53-43C8-B88D-18C633A0261B}">
      <dgm:prSet/>
      <dgm:spPr/>
      <dgm:t>
        <a:bodyPr/>
        <a:lstStyle/>
        <a:p>
          <a:endParaRPr lang="en-IN"/>
        </a:p>
      </dgm:t>
    </dgm:pt>
    <dgm:pt modelId="{CD6C1BA1-F884-4F65-BA12-05BF6D8038B0}" type="pres">
      <dgm:prSet presAssocID="{C76DD3E7-74B5-4FE2-8F15-682231F9B8C0}" presName="Name0" presStyleCnt="0">
        <dgm:presLayoutVars>
          <dgm:dir/>
          <dgm:resizeHandles val="exact"/>
        </dgm:presLayoutVars>
      </dgm:prSet>
      <dgm:spPr/>
    </dgm:pt>
    <dgm:pt modelId="{DBBCBC28-1488-4B12-93F9-1BECAF546257}" type="pres">
      <dgm:prSet presAssocID="{C76DD3E7-74B5-4FE2-8F15-682231F9B8C0}" presName="cycle" presStyleCnt="0"/>
      <dgm:spPr/>
    </dgm:pt>
    <dgm:pt modelId="{5CDD7887-5657-4105-B585-CCE7515CBB69}" type="pres">
      <dgm:prSet presAssocID="{2979CEFF-F073-4139-BEA8-29434470B209}" presName="nodeFirstNode" presStyleLbl="node1" presStyleIdx="0" presStyleCnt="5">
        <dgm:presLayoutVars>
          <dgm:bulletEnabled val="1"/>
        </dgm:presLayoutVars>
      </dgm:prSet>
      <dgm:spPr/>
    </dgm:pt>
    <dgm:pt modelId="{36D318C9-D929-47EF-9960-53AA237DCC4F}" type="pres">
      <dgm:prSet presAssocID="{98F63046-AE94-4650-8E05-00F6A3B66536}" presName="sibTransFirstNode" presStyleLbl="bgShp" presStyleIdx="0" presStyleCnt="1"/>
      <dgm:spPr/>
    </dgm:pt>
    <dgm:pt modelId="{CD1C6392-1733-49EB-BCC7-47A35F46865F}" type="pres">
      <dgm:prSet presAssocID="{9E777EB7-2789-49EB-BD49-B6B6187BC16A}" presName="nodeFollowingNodes" presStyleLbl="node1" presStyleIdx="1" presStyleCnt="5">
        <dgm:presLayoutVars>
          <dgm:bulletEnabled val="1"/>
        </dgm:presLayoutVars>
      </dgm:prSet>
      <dgm:spPr/>
    </dgm:pt>
    <dgm:pt modelId="{76E9585E-5939-4FFB-B338-C5CBFD6ED9E1}" type="pres">
      <dgm:prSet presAssocID="{1BE90ED9-2F7D-466C-99E3-F48835181FD7}" presName="nodeFollowingNodes" presStyleLbl="node1" presStyleIdx="2" presStyleCnt="5">
        <dgm:presLayoutVars>
          <dgm:bulletEnabled val="1"/>
        </dgm:presLayoutVars>
      </dgm:prSet>
      <dgm:spPr/>
    </dgm:pt>
    <dgm:pt modelId="{A00D4140-31FB-43B3-B0C6-2E06A9F9AD06}" type="pres">
      <dgm:prSet presAssocID="{CF65D5CF-5304-469B-800B-E467F0090DB7}" presName="nodeFollowingNodes" presStyleLbl="node1" presStyleIdx="3" presStyleCnt="5">
        <dgm:presLayoutVars>
          <dgm:bulletEnabled val="1"/>
        </dgm:presLayoutVars>
      </dgm:prSet>
      <dgm:spPr/>
    </dgm:pt>
    <dgm:pt modelId="{02AC2DD4-6649-4FB3-8886-763A7404E8FE}" type="pres">
      <dgm:prSet presAssocID="{01EC4560-E1D8-44A4-9ACB-9E3BA099F739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1BE0D91B-AB24-4545-A0F2-0988F33CDE72}" type="presOf" srcId="{CF65D5CF-5304-469B-800B-E467F0090DB7}" destId="{A00D4140-31FB-43B3-B0C6-2E06A9F9AD06}" srcOrd="0" destOrd="0" presId="urn:microsoft.com/office/officeart/2005/8/layout/cycle3"/>
    <dgm:cxn modelId="{A2E5C730-722B-4311-AC4E-5BD41A547373}" srcId="{C76DD3E7-74B5-4FE2-8F15-682231F9B8C0}" destId="{CF65D5CF-5304-469B-800B-E467F0090DB7}" srcOrd="3" destOrd="0" parTransId="{6C8E9C1C-B85C-4A9D-8D55-326E992C2988}" sibTransId="{5A37A302-F41C-495A-BB94-969EF4E113A6}"/>
    <dgm:cxn modelId="{927CC53F-205B-45AD-BECB-CDB43A783522}" type="presOf" srcId="{1BE90ED9-2F7D-466C-99E3-F48835181FD7}" destId="{76E9585E-5939-4FFB-B338-C5CBFD6ED9E1}" srcOrd="0" destOrd="0" presId="urn:microsoft.com/office/officeart/2005/8/layout/cycle3"/>
    <dgm:cxn modelId="{AFB6CB48-5269-4F66-B8B6-D52BA1B1E055}" srcId="{C76DD3E7-74B5-4FE2-8F15-682231F9B8C0}" destId="{9E777EB7-2789-49EB-BD49-B6B6187BC16A}" srcOrd="1" destOrd="0" parTransId="{718B61FE-240F-46CC-83CC-7FFBC0DFFFC8}" sibTransId="{60E3E811-59FB-4483-B91B-1016FA93C7E0}"/>
    <dgm:cxn modelId="{FF7C346B-EDF7-41BD-95BF-E9FABCFFB960}" type="presOf" srcId="{01EC4560-E1D8-44A4-9ACB-9E3BA099F739}" destId="{02AC2DD4-6649-4FB3-8886-763A7404E8FE}" srcOrd="0" destOrd="0" presId="urn:microsoft.com/office/officeart/2005/8/layout/cycle3"/>
    <dgm:cxn modelId="{55974C76-8619-48C4-8F69-28698D9F3BE3}" type="presOf" srcId="{C76DD3E7-74B5-4FE2-8F15-682231F9B8C0}" destId="{CD6C1BA1-F884-4F65-BA12-05BF6D8038B0}" srcOrd="0" destOrd="0" presId="urn:microsoft.com/office/officeart/2005/8/layout/cycle3"/>
    <dgm:cxn modelId="{C8D8F2C9-3E53-43C8-B88D-18C633A0261B}" srcId="{C76DD3E7-74B5-4FE2-8F15-682231F9B8C0}" destId="{01EC4560-E1D8-44A4-9ACB-9E3BA099F739}" srcOrd="4" destOrd="0" parTransId="{9A70F591-E3ED-40C3-81B0-71563A91D8A4}" sibTransId="{C39922C4-7EAD-4AEE-B792-AE50B095EF6C}"/>
    <dgm:cxn modelId="{DCA4D2D3-E780-4F46-A73C-350DBDBCAB83}" srcId="{C76DD3E7-74B5-4FE2-8F15-682231F9B8C0}" destId="{1BE90ED9-2F7D-466C-99E3-F48835181FD7}" srcOrd="2" destOrd="0" parTransId="{8B351512-0F6C-48D0-BF7D-60CAFEE1E5DB}" sibTransId="{96FCDBB2-D70D-4518-A614-07189E20BE6A}"/>
    <dgm:cxn modelId="{E40C3FD8-D574-4C67-B2BD-1368E1074AE0}" type="presOf" srcId="{98F63046-AE94-4650-8E05-00F6A3B66536}" destId="{36D318C9-D929-47EF-9960-53AA237DCC4F}" srcOrd="0" destOrd="0" presId="urn:microsoft.com/office/officeart/2005/8/layout/cycle3"/>
    <dgm:cxn modelId="{2F5858DC-FD05-4378-B17B-EE09BA0F4B31}" type="presOf" srcId="{9E777EB7-2789-49EB-BD49-B6B6187BC16A}" destId="{CD1C6392-1733-49EB-BCC7-47A35F46865F}" srcOrd="0" destOrd="0" presId="urn:microsoft.com/office/officeart/2005/8/layout/cycle3"/>
    <dgm:cxn modelId="{2CF76AEE-55AA-408E-89D9-25E56E5731A7}" srcId="{C76DD3E7-74B5-4FE2-8F15-682231F9B8C0}" destId="{2979CEFF-F073-4139-BEA8-29434470B209}" srcOrd="0" destOrd="0" parTransId="{34E97645-63EC-4376-BB72-41BFE95EAB86}" sibTransId="{98F63046-AE94-4650-8E05-00F6A3B66536}"/>
    <dgm:cxn modelId="{36476EEF-756B-4098-B4AD-DFD2F647C6B9}" type="presOf" srcId="{2979CEFF-F073-4139-BEA8-29434470B209}" destId="{5CDD7887-5657-4105-B585-CCE7515CBB69}" srcOrd="0" destOrd="0" presId="urn:microsoft.com/office/officeart/2005/8/layout/cycle3"/>
    <dgm:cxn modelId="{87C4F19C-8EFA-4F40-A563-9B2074D5A934}" type="presParOf" srcId="{CD6C1BA1-F884-4F65-BA12-05BF6D8038B0}" destId="{DBBCBC28-1488-4B12-93F9-1BECAF546257}" srcOrd="0" destOrd="0" presId="urn:microsoft.com/office/officeart/2005/8/layout/cycle3"/>
    <dgm:cxn modelId="{282BCC30-DF33-4A24-8198-4130C5FA2EEC}" type="presParOf" srcId="{DBBCBC28-1488-4B12-93F9-1BECAF546257}" destId="{5CDD7887-5657-4105-B585-CCE7515CBB69}" srcOrd="0" destOrd="0" presId="urn:microsoft.com/office/officeart/2005/8/layout/cycle3"/>
    <dgm:cxn modelId="{1AFBCC94-B12C-4BB6-9FA6-2138FCC55420}" type="presParOf" srcId="{DBBCBC28-1488-4B12-93F9-1BECAF546257}" destId="{36D318C9-D929-47EF-9960-53AA237DCC4F}" srcOrd="1" destOrd="0" presId="urn:microsoft.com/office/officeart/2005/8/layout/cycle3"/>
    <dgm:cxn modelId="{98889B88-1C49-46EE-962B-2C462DD480E8}" type="presParOf" srcId="{DBBCBC28-1488-4B12-93F9-1BECAF546257}" destId="{CD1C6392-1733-49EB-BCC7-47A35F46865F}" srcOrd="2" destOrd="0" presId="urn:microsoft.com/office/officeart/2005/8/layout/cycle3"/>
    <dgm:cxn modelId="{A98D7918-BFC4-46B5-AF14-2ABD4B0EB1A4}" type="presParOf" srcId="{DBBCBC28-1488-4B12-93F9-1BECAF546257}" destId="{76E9585E-5939-4FFB-B338-C5CBFD6ED9E1}" srcOrd="3" destOrd="0" presId="urn:microsoft.com/office/officeart/2005/8/layout/cycle3"/>
    <dgm:cxn modelId="{26298931-6F8B-42B6-A76D-CCF3365E472A}" type="presParOf" srcId="{DBBCBC28-1488-4B12-93F9-1BECAF546257}" destId="{A00D4140-31FB-43B3-B0C6-2E06A9F9AD06}" srcOrd="4" destOrd="0" presId="urn:microsoft.com/office/officeart/2005/8/layout/cycle3"/>
    <dgm:cxn modelId="{C6037DF7-061D-4648-9518-7784EBA943F8}" type="presParOf" srcId="{DBBCBC28-1488-4B12-93F9-1BECAF546257}" destId="{02AC2DD4-6649-4FB3-8886-763A7404E8FE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E28D8F-4E38-4112-8866-D0AF6C77C45D}" type="doc">
      <dgm:prSet loTypeId="urn:microsoft.com/office/officeart/2024/layout/Vertic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BE94279-029F-455C-944B-F22A5445C228}" type="pres">
      <dgm:prSet presAssocID="{B3E28D8F-4E38-4112-8866-D0AF6C77C45D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F82776BA-2802-499B-9B94-72BBACC9DB92}" type="presOf" srcId="{B3E28D8F-4E38-4112-8866-D0AF6C77C45D}" destId="{0BE94279-029F-455C-944B-F22A5445C228}" srcOrd="0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90C761-6AD7-4415-9164-E3C1A8B4A037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0"/>
      <dgm:spPr/>
    </dgm:pt>
    <dgm:pt modelId="{940A57B3-509D-4432-9163-3F9E062B5EF4}" type="pres">
      <dgm:prSet presAssocID="{6190C761-6AD7-4415-9164-E3C1A8B4A037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27EE15DE-594E-4286-9B50-269EF0FD74A5}" type="presOf" srcId="{6190C761-6AD7-4415-9164-E3C1A8B4A037}" destId="{940A57B3-509D-4432-9163-3F9E062B5EF4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9C382F-C1AF-4ACD-8BD0-5D267DEE1977}" type="doc">
      <dgm:prSet loTypeId="urn:microsoft.com/office/officeart/2005/8/layout/radial3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2B1BCD5-9628-42A3-93E7-7F101D87035D}">
      <dgm:prSet phldrT="[Text]" custT="1"/>
      <dgm:spPr/>
      <dgm:t>
        <a:bodyPr/>
        <a:lstStyle/>
        <a:p>
          <a:r>
            <a:rPr lang="en-IN" sz="1900" dirty="0"/>
            <a:t>🔐 </a:t>
          </a:r>
          <a:r>
            <a:rPr lang="en-IN" sz="2000" b="1" dirty="0">
              <a:solidFill>
                <a:schemeClr val="bg1"/>
              </a:solidFill>
            </a:rPr>
            <a:t>Cybersecurity</a:t>
          </a:r>
          <a:endParaRPr lang="en-IN" sz="1900" b="1" dirty="0">
            <a:solidFill>
              <a:schemeClr val="bg1"/>
            </a:solidFill>
          </a:endParaRPr>
        </a:p>
      </dgm:t>
    </dgm:pt>
    <dgm:pt modelId="{A97986BF-E357-4998-BEEE-01CFBE87CE39}" type="parTrans" cxnId="{FADB3E8C-9061-47D2-9AE0-573236205525}">
      <dgm:prSet/>
      <dgm:spPr/>
      <dgm:t>
        <a:bodyPr/>
        <a:lstStyle/>
        <a:p>
          <a:endParaRPr lang="en-IN"/>
        </a:p>
      </dgm:t>
    </dgm:pt>
    <dgm:pt modelId="{8C60BD2A-85CB-43FA-AE4D-9EB106492E3F}" type="sibTrans" cxnId="{FADB3E8C-9061-47D2-9AE0-573236205525}">
      <dgm:prSet/>
      <dgm:spPr/>
      <dgm:t>
        <a:bodyPr/>
        <a:lstStyle/>
        <a:p>
          <a:endParaRPr lang="en-IN"/>
        </a:p>
      </dgm:t>
    </dgm:pt>
    <dgm:pt modelId="{C0C81E40-6217-40FC-B955-836B01BE7BDE}">
      <dgm:prSet phldrT="[Text]" custT="1"/>
      <dgm:spPr/>
      <dgm:t>
        <a:bodyPr/>
        <a:lstStyle/>
        <a:p>
          <a:r>
            <a:rPr lang="en-IN" sz="1700" dirty="0"/>
            <a:t>🔒 </a:t>
          </a:r>
          <a:r>
            <a:rPr lang="en-IN" sz="1800" b="1" dirty="0">
              <a:solidFill>
                <a:schemeClr val="bg1"/>
              </a:solidFill>
            </a:rPr>
            <a:t>Data Privacy</a:t>
          </a:r>
          <a:endParaRPr lang="en-IN" sz="1700" b="1" dirty="0">
            <a:solidFill>
              <a:schemeClr val="bg1"/>
            </a:solidFill>
          </a:endParaRPr>
        </a:p>
      </dgm:t>
    </dgm:pt>
    <dgm:pt modelId="{FF993E4F-B186-4CFF-B51A-5FE80A47BDB1}" type="parTrans" cxnId="{51A18C43-EBBC-4E35-B2E4-3A5D1C5F5201}">
      <dgm:prSet/>
      <dgm:spPr/>
      <dgm:t>
        <a:bodyPr/>
        <a:lstStyle/>
        <a:p>
          <a:endParaRPr lang="en-IN"/>
        </a:p>
      </dgm:t>
    </dgm:pt>
    <dgm:pt modelId="{6D94C602-2B0D-42CB-8C63-6286B77ABE56}" type="sibTrans" cxnId="{51A18C43-EBBC-4E35-B2E4-3A5D1C5F5201}">
      <dgm:prSet/>
      <dgm:spPr/>
      <dgm:t>
        <a:bodyPr/>
        <a:lstStyle/>
        <a:p>
          <a:endParaRPr lang="en-IN"/>
        </a:p>
      </dgm:t>
    </dgm:pt>
    <dgm:pt modelId="{E2F84E7C-066B-4103-908D-83BCAC024E71}">
      <dgm:prSet phldrT="[Text]" custT="1"/>
      <dgm:spPr/>
      <dgm:t>
        <a:bodyPr/>
        <a:lstStyle/>
        <a:p>
          <a:r>
            <a:rPr lang="en-IN" sz="1700" dirty="0"/>
            <a:t>🌐 </a:t>
          </a:r>
          <a:r>
            <a:rPr lang="en-IN" sz="1800" b="1" dirty="0">
              <a:solidFill>
                <a:schemeClr val="bg1"/>
              </a:solidFill>
            </a:rPr>
            <a:t>Digital Divide</a:t>
          </a:r>
          <a:endParaRPr lang="en-IN" sz="1700" b="1" dirty="0">
            <a:solidFill>
              <a:schemeClr val="bg1"/>
            </a:solidFill>
          </a:endParaRPr>
        </a:p>
      </dgm:t>
    </dgm:pt>
    <dgm:pt modelId="{D403A1C8-8185-48E0-9158-944E8F63E82A}" type="parTrans" cxnId="{59D5FC39-C7B4-49A3-B3EF-60BFF41C7EBA}">
      <dgm:prSet/>
      <dgm:spPr/>
      <dgm:t>
        <a:bodyPr/>
        <a:lstStyle/>
        <a:p>
          <a:endParaRPr lang="en-IN"/>
        </a:p>
      </dgm:t>
    </dgm:pt>
    <dgm:pt modelId="{66E425E6-B6CA-4575-B3C9-1D28AD5EC9FB}" type="sibTrans" cxnId="{59D5FC39-C7B4-49A3-B3EF-60BFF41C7EBA}">
      <dgm:prSet/>
      <dgm:spPr/>
      <dgm:t>
        <a:bodyPr/>
        <a:lstStyle/>
        <a:p>
          <a:endParaRPr lang="en-IN"/>
        </a:p>
      </dgm:t>
    </dgm:pt>
    <dgm:pt modelId="{748CE19A-7220-499E-B22B-3220AD0E36FE}">
      <dgm:prSet phldrT="[Text]" custT="1"/>
      <dgm:spPr/>
      <dgm:t>
        <a:bodyPr/>
        <a:lstStyle/>
        <a:p>
          <a:r>
            <a:rPr lang="en-IN" sz="1700" dirty="0"/>
            <a:t>📱 </a:t>
          </a:r>
          <a:r>
            <a:rPr lang="en-IN" sz="1800" b="1" dirty="0">
              <a:solidFill>
                <a:schemeClr val="bg1"/>
              </a:solidFill>
            </a:rPr>
            <a:t>Digital Literacy</a:t>
          </a:r>
          <a:endParaRPr lang="en-IN" sz="1700" b="1" dirty="0">
            <a:solidFill>
              <a:schemeClr val="bg1"/>
            </a:solidFill>
          </a:endParaRPr>
        </a:p>
      </dgm:t>
    </dgm:pt>
    <dgm:pt modelId="{2B5BF244-E30C-4B4D-AB13-FADEB17E060C}" type="parTrans" cxnId="{E821BBC1-B0F5-4ECF-B44C-82E45B1EDF98}">
      <dgm:prSet/>
      <dgm:spPr/>
      <dgm:t>
        <a:bodyPr/>
        <a:lstStyle/>
        <a:p>
          <a:endParaRPr lang="en-IN"/>
        </a:p>
      </dgm:t>
    </dgm:pt>
    <dgm:pt modelId="{5BC64824-88A7-4D12-9EEC-3AD8883ACAFA}" type="sibTrans" cxnId="{E821BBC1-B0F5-4ECF-B44C-82E45B1EDF98}">
      <dgm:prSet/>
      <dgm:spPr/>
      <dgm:t>
        <a:bodyPr/>
        <a:lstStyle/>
        <a:p>
          <a:endParaRPr lang="en-IN"/>
        </a:p>
      </dgm:t>
    </dgm:pt>
    <dgm:pt modelId="{80F59740-AF7B-447B-AB7B-814A3A539C51}">
      <dgm:prSet phldrT="[Text]" custT="1"/>
      <dgm:spPr/>
      <dgm:t>
        <a:bodyPr/>
        <a:lstStyle/>
        <a:p>
          <a:r>
            <a:rPr lang="en-IN" sz="1700" dirty="0"/>
            <a:t>⚠️ </a:t>
          </a:r>
          <a:r>
            <a:rPr lang="en-IN" sz="1800" b="1" dirty="0">
              <a:solidFill>
                <a:schemeClr val="bg1"/>
              </a:solidFill>
            </a:rPr>
            <a:t>Online Fraud</a:t>
          </a:r>
          <a:endParaRPr lang="en-IN" sz="1700" b="1" dirty="0">
            <a:solidFill>
              <a:schemeClr val="bg1"/>
            </a:solidFill>
          </a:endParaRPr>
        </a:p>
      </dgm:t>
    </dgm:pt>
    <dgm:pt modelId="{C4E6E642-1FC2-4964-87C4-F8843719683E}" type="parTrans" cxnId="{FA6AA5CC-EC96-46DD-9DA0-E55265CF966C}">
      <dgm:prSet/>
      <dgm:spPr/>
      <dgm:t>
        <a:bodyPr/>
        <a:lstStyle/>
        <a:p>
          <a:endParaRPr lang="en-IN"/>
        </a:p>
      </dgm:t>
    </dgm:pt>
    <dgm:pt modelId="{909AFC0C-C0DE-4B75-94C3-89ADB01A1F22}" type="sibTrans" cxnId="{FA6AA5CC-EC96-46DD-9DA0-E55265CF966C}">
      <dgm:prSet/>
      <dgm:spPr/>
      <dgm:t>
        <a:bodyPr/>
        <a:lstStyle/>
        <a:p>
          <a:endParaRPr lang="en-IN"/>
        </a:p>
      </dgm:t>
    </dgm:pt>
    <dgm:pt modelId="{413E8EF6-E1BB-4E9D-AEC5-ED6BE4B64BBC}" type="pres">
      <dgm:prSet presAssocID="{BE9C382F-C1AF-4ACD-8BD0-5D267DEE1977}" presName="composite" presStyleCnt="0">
        <dgm:presLayoutVars>
          <dgm:chMax val="1"/>
          <dgm:dir/>
          <dgm:resizeHandles val="exact"/>
        </dgm:presLayoutVars>
      </dgm:prSet>
      <dgm:spPr/>
    </dgm:pt>
    <dgm:pt modelId="{F3BF4D28-0726-42F9-BE1B-CB0A8B732133}" type="pres">
      <dgm:prSet presAssocID="{BE9C382F-C1AF-4ACD-8BD0-5D267DEE1977}" presName="radial" presStyleCnt="0">
        <dgm:presLayoutVars>
          <dgm:animLvl val="ctr"/>
        </dgm:presLayoutVars>
      </dgm:prSet>
      <dgm:spPr/>
    </dgm:pt>
    <dgm:pt modelId="{B577A305-B610-4FDF-B5E1-07CF02AC256A}" type="pres">
      <dgm:prSet presAssocID="{F2B1BCD5-9628-42A3-93E7-7F101D87035D}" presName="centerShape" presStyleLbl="vennNode1" presStyleIdx="0" presStyleCnt="5" custScaleX="109104"/>
      <dgm:spPr/>
    </dgm:pt>
    <dgm:pt modelId="{B6EA78ED-A4FC-4A90-8164-18833079CEE0}" type="pres">
      <dgm:prSet presAssocID="{C0C81E40-6217-40FC-B955-836B01BE7BDE}" presName="node" presStyleLbl="vennNode1" presStyleIdx="1" presStyleCnt="5">
        <dgm:presLayoutVars>
          <dgm:bulletEnabled val="1"/>
        </dgm:presLayoutVars>
      </dgm:prSet>
      <dgm:spPr/>
    </dgm:pt>
    <dgm:pt modelId="{AB761608-7F26-4966-BEAA-387121192E64}" type="pres">
      <dgm:prSet presAssocID="{E2F84E7C-066B-4103-908D-83BCAC024E71}" presName="node" presStyleLbl="vennNode1" presStyleIdx="2" presStyleCnt="5" custRadScaleRad="102912" custRadScaleInc="6662">
        <dgm:presLayoutVars>
          <dgm:bulletEnabled val="1"/>
        </dgm:presLayoutVars>
      </dgm:prSet>
      <dgm:spPr/>
    </dgm:pt>
    <dgm:pt modelId="{C54419A4-371F-4869-8835-21026EC31DDC}" type="pres">
      <dgm:prSet presAssocID="{748CE19A-7220-499E-B22B-3220AD0E36FE}" presName="node" presStyleLbl="vennNode1" presStyleIdx="3" presStyleCnt="5" custScaleX="130517">
        <dgm:presLayoutVars>
          <dgm:bulletEnabled val="1"/>
        </dgm:presLayoutVars>
      </dgm:prSet>
      <dgm:spPr/>
    </dgm:pt>
    <dgm:pt modelId="{72050C03-D451-46A9-82A5-5C014338B822}" type="pres">
      <dgm:prSet presAssocID="{80F59740-AF7B-447B-AB7B-814A3A539C51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11417024-A824-4426-BF51-BBC697D8DCEC}" type="presOf" srcId="{E2F84E7C-066B-4103-908D-83BCAC024E71}" destId="{AB761608-7F26-4966-BEAA-387121192E64}" srcOrd="0" destOrd="0" presId="urn:microsoft.com/office/officeart/2005/8/layout/radial3"/>
    <dgm:cxn modelId="{59D5FC39-C7B4-49A3-B3EF-60BFF41C7EBA}" srcId="{F2B1BCD5-9628-42A3-93E7-7F101D87035D}" destId="{E2F84E7C-066B-4103-908D-83BCAC024E71}" srcOrd="1" destOrd="0" parTransId="{D403A1C8-8185-48E0-9158-944E8F63E82A}" sibTransId="{66E425E6-B6CA-4575-B3C9-1D28AD5EC9FB}"/>
    <dgm:cxn modelId="{7914515E-E7A2-4486-8B8B-E03148D5153D}" type="presOf" srcId="{C0C81E40-6217-40FC-B955-836B01BE7BDE}" destId="{B6EA78ED-A4FC-4A90-8164-18833079CEE0}" srcOrd="0" destOrd="0" presId="urn:microsoft.com/office/officeart/2005/8/layout/radial3"/>
    <dgm:cxn modelId="{51A18C43-EBBC-4E35-B2E4-3A5D1C5F5201}" srcId="{F2B1BCD5-9628-42A3-93E7-7F101D87035D}" destId="{C0C81E40-6217-40FC-B955-836B01BE7BDE}" srcOrd="0" destOrd="0" parTransId="{FF993E4F-B186-4CFF-B51A-5FE80A47BDB1}" sibTransId="{6D94C602-2B0D-42CB-8C63-6286B77ABE56}"/>
    <dgm:cxn modelId="{FADB3E8C-9061-47D2-9AE0-573236205525}" srcId="{BE9C382F-C1AF-4ACD-8BD0-5D267DEE1977}" destId="{F2B1BCD5-9628-42A3-93E7-7F101D87035D}" srcOrd="0" destOrd="0" parTransId="{A97986BF-E357-4998-BEEE-01CFBE87CE39}" sibTransId="{8C60BD2A-85CB-43FA-AE4D-9EB106492E3F}"/>
    <dgm:cxn modelId="{4FE65E8D-39AF-45EC-88F5-750DDCB85BD7}" type="presOf" srcId="{748CE19A-7220-499E-B22B-3220AD0E36FE}" destId="{C54419A4-371F-4869-8835-21026EC31DDC}" srcOrd="0" destOrd="0" presId="urn:microsoft.com/office/officeart/2005/8/layout/radial3"/>
    <dgm:cxn modelId="{C0DE9AAB-E6B7-4F3D-96DD-4C7C245B6396}" type="presOf" srcId="{F2B1BCD5-9628-42A3-93E7-7F101D87035D}" destId="{B577A305-B610-4FDF-B5E1-07CF02AC256A}" srcOrd="0" destOrd="0" presId="urn:microsoft.com/office/officeart/2005/8/layout/radial3"/>
    <dgm:cxn modelId="{E821BBC1-B0F5-4ECF-B44C-82E45B1EDF98}" srcId="{F2B1BCD5-9628-42A3-93E7-7F101D87035D}" destId="{748CE19A-7220-499E-B22B-3220AD0E36FE}" srcOrd="2" destOrd="0" parTransId="{2B5BF244-E30C-4B4D-AB13-FADEB17E060C}" sibTransId="{5BC64824-88A7-4D12-9EEC-3AD8883ACAFA}"/>
    <dgm:cxn modelId="{AEDC1BC9-6727-4AB0-9EF1-1DA27D5DD064}" type="presOf" srcId="{80F59740-AF7B-447B-AB7B-814A3A539C51}" destId="{72050C03-D451-46A9-82A5-5C014338B822}" srcOrd="0" destOrd="0" presId="urn:microsoft.com/office/officeart/2005/8/layout/radial3"/>
    <dgm:cxn modelId="{FA6AA5CC-EC96-46DD-9DA0-E55265CF966C}" srcId="{F2B1BCD5-9628-42A3-93E7-7F101D87035D}" destId="{80F59740-AF7B-447B-AB7B-814A3A539C51}" srcOrd="3" destOrd="0" parTransId="{C4E6E642-1FC2-4964-87C4-F8843719683E}" sibTransId="{909AFC0C-C0DE-4B75-94C3-89ADB01A1F22}"/>
    <dgm:cxn modelId="{970B20FF-69F2-41C0-8E26-7606D01754BD}" type="presOf" srcId="{BE9C382F-C1AF-4ACD-8BD0-5D267DEE1977}" destId="{413E8EF6-E1BB-4E9D-AEC5-ED6BE4B64BBC}" srcOrd="0" destOrd="0" presId="urn:microsoft.com/office/officeart/2005/8/layout/radial3"/>
    <dgm:cxn modelId="{1CDC000E-60CF-4A90-9FDB-584F1737004C}" type="presParOf" srcId="{413E8EF6-E1BB-4E9D-AEC5-ED6BE4B64BBC}" destId="{F3BF4D28-0726-42F9-BE1B-CB0A8B732133}" srcOrd="0" destOrd="0" presId="urn:microsoft.com/office/officeart/2005/8/layout/radial3"/>
    <dgm:cxn modelId="{CA53287C-E7DE-463D-8543-1FC6218049E3}" type="presParOf" srcId="{F3BF4D28-0726-42F9-BE1B-CB0A8B732133}" destId="{B577A305-B610-4FDF-B5E1-07CF02AC256A}" srcOrd="0" destOrd="0" presId="urn:microsoft.com/office/officeart/2005/8/layout/radial3"/>
    <dgm:cxn modelId="{740AA5A9-A858-48BC-9DF2-0B819749B517}" type="presParOf" srcId="{F3BF4D28-0726-42F9-BE1B-CB0A8B732133}" destId="{B6EA78ED-A4FC-4A90-8164-18833079CEE0}" srcOrd="1" destOrd="0" presId="urn:microsoft.com/office/officeart/2005/8/layout/radial3"/>
    <dgm:cxn modelId="{7C2AFC59-C804-41AE-9A57-C08404A412CB}" type="presParOf" srcId="{F3BF4D28-0726-42F9-BE1B-CB0A8B732133}" destId="{AB761608-7F26-4966-BEAA-387121192E64}" srcOrd="2" destOrd="0" presId="urn:microsoft.com/office/officeart/2005/8/layout/radial3"/>
    <dgm:cxn modelId="{A8EDCB9F-8D87-4FE1-8EAC-5186F73F0939}" type="presParOf" srcId="{F3BF4D28-0726-42F9-BE1B-CB0A8B732133}" destId="{C54419A4-371F-4869-8835-21026EC31DDC}" srcOrd="3" destOrd="0" presId="urn:microsoft.com/office/officeart/2005/8/layout/radial3"/>
    <dgm:cxn modelId="{5B03BBAC-A35C-4700-ABF5-A5B817EAFEB0}" type="presParOf" srcId="{F3BF4D28-0726-42F9-BE1B-CB0A8B732133}" destId="{72050C03-D451-46A9-82A5-5C014338B822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7A35E90-1527-46EB-8D3C-27F245586F8B}" type="doc">
      <dgm:prSet loTypeId="urn:microsoft.com/office/officeart/2009/3/layout/RandomtoResultProcess" loCatId="process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BE764C-300D-484E-AD75-68362B58AF95}">
      <dgm:prSet phldrT="[Text]" phldr="0" custT="1"/>
      <dgm:spPr/>
      <dgm:t>
        <a:bodyPr/>
        <a:lstStyle/>
        <a:p>
          <a:r>
            <a:rPr lang="en-IN" sz="2800" b="1" dirty="0">
              <a:solidFill>
                <a:schemeClr val="bg1"/>
              </a:solidFill>
            </a:rPr>
            <a:t>Today</a:t>
          </a:r>
        </a:p>
      </dgm:t>
    </dgm:pt>
    <dgm:pt modelId="{05DC45B3-8A05-466E-92F7-ABFA775B301A}" type="parTrans" cxnId="{09C05705-88E8-4D90-ABA0-140FB785BF5C}">
      <dgm:prSet/>
      <dgm:spPr/>
      <dgm:t>
        <a:bodyPr/>
        <a:lstStyle/>
        <a:p>
          <a:endParaRPr lang="en-IN"/>
        </a:p>
      </dgm:t>
    </dgm:pt>
    <dgm:pt modelId="{C3C47FDD-F9F5-4A59-BCFE-B66D018C250F}" type="sibTrans" cxnId="{09C05705-88E8-4D90-ABA0-140FB785BF5C}">
      <dgm:prSet/>
      <dgm:spPr/>
      <dgm:t>
        <a:bodyPr/>
        <a:lstStyle/>
        <a:p>
          <a:endParaRPr lang="en-IN"/>
        </a:p>
      </dgm:t>
    </dgm:pt>
    <dgm:pt modelId="{0BBAA046-8387-494E-AD10-2B43BA09F889}">
      <dgm:prSet phldrT="[Text]" phldr="0" custT="1"/>
      <dgm:spPr/>
      <dgm:t>
        <a:bodyPr/>
        <a:lstStyle/>
        <a:p>
          <a:r>
            <a:rPr lang="en-IN" sz="2000" b="1" dirty="0">
              <a:solidFill>
                <a:schemeClr val="bg1"/>
              </a:solidFill>
            </a:rPr>
            <a:t>Connected Services</a:t>
          </a:r>
        </a:p>
      </dgm:t>
    </dgm:pt>
    <dgm:pt modelId="{756F3AEC-1C09-4789-BB97-AC42BC7FD1D0}" type="parTrans" cxnId="{C5DF271F-B01A-4025-954B-63A56A2470AD}">
      <dgm:prSet/>
      <dgm:spPr/>
      <dgm:t>
        <a:bodyPr/>
        <a:lstStyle/>
        <a:p>
          <a:endParaRPr lang="en-IN"/>
        </a:p>
      </dgm:t>
    </dgm:pt>
    <dgm:pt modelId="{E54A0560-FA55-4947-BFB3-96A75990F057}" type="sibTrans" cxnId="{C5DF271F-B01A-4025-954B-63A56A2470AD}">
      <dgm:prSet/>
      <dgm:spPr/>
      <dgm:t>
        <a:bodyPr/>
        <a:lstStyle/>
        <a:p>
          <a:endParaRPr lang="en-IN"/>
        </a:p>
      </dgm:t>
    </dgm:pt>
    <dgm:pt modelId="{8B4735B6-499C-4115-8F40-35D29DDD0045}">
      <dgm:prSet phldrT="[Text]" phldr="0" custT="1"/>
      <dgm:spPr/>
      <dgm:t>
        <a:bodyPr/>
        <a:lstStyle/>
        <a:p>
          <a:r>
            <a:rPr lang="en-IN" sz="2000" b="1" dirty="0">
              <a:solidFill>
                <a:schemeClr val="bg1"/>
              </a:solidFill>
            </a:rPr>
            <a:t>Smart Cities</a:t>
          </a:r>
        </a:p>
      </dgm:t>
    </dgm:pt>
    <dgm:pt modelId="{467FB245-5958-4B85-AD25-44064289C6F3}" type="parTrans" cxnId="{86A07036-7F0F-47C7-92F7-C614134867F2}">
      <dgm:prSet/>
      <dgm:spPr/>
      <dgm:t>
        <a:bodyPr/>
        <a:lstStyle/>
        <a:p>
          <a:endParaRPr lang="en-IN"/>
        </a:p>
      </dgm:t>
    </dgm:pt>
    <dgm:pt modelId="{A8B7A373-8FCD-4E7A-9DEF-D0B42A6EB72D}" type="sibTrans" cxnId="{86A07036-7F0F-47C7-92F7-C614134867F2}">
      <dgm:prSet/>
      <dgm:spPr/>
      <dgm:t>
        <a:bodyPr/>
        <a:lstStyle/>
        <a:p>
          <a:endParaRPr lang="en-IN"/>
        </a:p>
      </dgm:t>
    </dgm:pt>
    <dgm:pt modelId="{1717C3B3-4C99-4603-8428-DC71918C2EF2}">
      <dgm:prSet phldrT="[Text]" phldr="0" custT="1"/>
      <dgm:spPr/>
      <dgm:t>
        <a:bodyPr/>
        <a:lstStyle/>
        <a:p>
          <a:r>
            <a:rPr lang="en-IN" sz="2000" b="1" dirty="0">
              <a:solidFill>
                <a:schemeClr val="bg1"/>
              </a:solidFill>
            </a:rPr>
            <a:t>Digital Economy</a:t>
          </a:r>
        </a:p>
      </dgm:t>
    </dgm:pt>
    <dgm:pt modelId="{2FE76F37-1B11-4105-BF3F-FA5E00A34D5A}" type="parTrans" cxnId="{C3292386-EFD6-4A64-BBD3-E78FBB091BDF}">
      <dgm:prSet/>
      <dgm:spPr/>
      <dgm:t>
        <a:bodyPr/>
        <a:lstStyle/>
        <a:p>
          <a:endParaRPr lang="en-IN"/>
        </a:p>
      </dgm:t>
    </dgm:pt>
    <dgm:pt modelId="{FBCC80E6-FAFA-4BEA-B782-D0E4E2C72192}" type="sibTrans" cxnId="{C3292386-EFD6-4A64-BBD3-E78FBB091BDF}">
      <dgm:prSet/>
      <dgm:spPr/>
      <dgm:t>
        <a:bodyPr/>
        <a:lstStyle/>
        <a:p>
          <a:endParaRPr lang="en-IN"/>
        </a:p>
      </dgm:t>
    </dgm:pt>
    <dgm:pt modelId="{93A71161-B028-4C8C-8AB8-F2B546BFB452}">
      <dgm:prSet phldrT="[Text]" phldr="0" custT="1"/>
      <dgm:spPr/>
      <dgm:t>
        <a:bodyPr/>
        <a:lstStyle/>
        <a:p>
          <a:r>
            <a:rPr lang="en-IN" sz="2000" b="1" dirty="0"/>
            <a:t>Future</a:t>
          </a:r>
          <a:r>
            <a:rPr lang="en-IN" sz="1300" dirty="0"/>
            <a:t> </a:t>
          </a:r>
        </a:p>
      </dgm:t>
    </dgm:pt>
    <dgm:pt modelId="{5D9B3772-6073-4A5B-A231-73852A6BBC46}" type="parTrans" cxnId="{152E7EC9-4D73-402F-ACCE-9621865E1108}">
      <dgm:prSet/>
      <dgm:spPr/>
      <dgm:t>
        <a:bodyPr/>
        <a:lstStyle/>
        <a:p>
          <a:endParaRPr lang="en-IN"/>
        </a:p>
      </dgm:t>
    </dgm:pt>
    <dgm:pt modelId="{AE1A3BFD-9216-450C-B192-ED434A9D02E1}" type="sibTrans" cxnId="{152E7EC9-4D73-402F-ACCE-9621865E1108}">
      <dgm:prSet/>
      <dgm:spPr/>
      <dgm:t>
        <a:bodyPr/>
        <a:lstStyle/>
        <a:p>
          <a:endParaRPr lang="en-IN"/>
        </a:p>
      </dgm:t>
    </dgm:pt>
    <dgm:pt modelId="{224A3FCA-E077-4817-B5FE-39F907D5E8A2}" type="pres">
      <dgm:prSet presAssocID="{87A35E90-1527-46EB-8D3C-27F245586F8B}" presName="Name0" presStyleCnt="0">
        <dgm:presLayoutVars>
          <dgm:dir/>
          <dgm:animOne val="branch"/>
          <dgm:animLvl val="lvl"/>
        </dgm:presLayoutVars>
      </dgm:prSet>
      <dgm:spPr/>
    </dgm:pt>
    <dgm:pt modelId="{6FAB56B4-64F7-4E00-834A-536CB4E4CE3F}" type="pres">
      <dgm:prSet presAssocID="{2CBE764C-300D-484E-AD75-68362B58AF95}" presName="chaos" presStyleCnt="0"/>
      <dgm:spPr/>
    </dgm:pt>
    <dgm:pt modelId="{E3C87ABA-7E78-4A80-8E21-6F45C87CA6D6}" type="pres">
      <dgm:prSet presAssocID="{2CBE764C-300D-484E-AD75-68362B58AF95}" presName="parTx1" presStyleLbl="revTx" presStyleIdx="0" presStyleCnt="4"/>
      <dgm:spPr/>
    </dgm:pt>
    <dgm:pt modelId="{16BE6CD7-EFFD-4421-BD05-1117EFFDA7E6}" type="pres">
      <dgm:prSet presAssocID="{2CBE764C-300D-484E-AD75-68362B58AF95}" presName="c1" presStyleLbl="node1" presStyleIdx="0" presStyleCnt="19"/>
      <dgm:spPr/>
    </dgm:pt>
    <dgm:pt modelId="{7C76589F-72C0-419C-A9ED-AF17549B669E}" type="pres">
      <dgm:prSet presAssocID="{2CBE764C-300D-484E-AD75-68362B58AF95}" presName="c2" presStyleLbl="node1" presStyleIdx="1" presStyleCnt="19"/>
      <dgm:spPr/>
    </dgm:pt>
    <dgm:pt modelId="{016F97B6-E198-4ADB-9B73-C4B999C86FC9}" type="pres">
      <dgm:prSet presAssocID="{2CBE764C-300D-484E-AD75-68362B58AF95}" presName="c3" presStyleLbl="node1" presStyleIdx="2" presStyleCnt="19"/>
      <dgm:spPr/>
    </dgm:pt>
    <dgm:pt modelId="{9277E800-34C2-47FB-A10D-A9140E40F5B6}" type="pres">
      <dgm:prSet presAssocID="{2CBE764C-300D-484E-AD75-68362B58AF95}" presName="c4" presStyleLbl="node1" presStyleIdx="3" presStyleCnt="19"/>
      <dgm:spPr/>
    </dgm:pt>
    <dgm:pt modelId="{7ED39992-C854-42B7-B040-4F9A08BDCD22}" type="pres">
      <dgm:prSet presAssocID="{2CBE764C-300D-484E-AD75-68362B58AF95}" presName="c5" presStyleLbl="node1" presStyleIdx="4" presStyleCnt="19"/>
      <dgm:spPr/>
    </dgm:pt>
    <dgm:pt modelId="{6603A7C9-1AB7-49B9-B393-FB37FF98FCFE}" type="pres">
      <dgm:prSet presAssocID="{2CBE764C-300D-484E-AD75-68362B58AF95}" presName="c6" presStyleLbl="node1" presStyleIdx="5" presStyleCnt="19"/>
      <dgm:spPr/>
    </dgm:pt>
    <dgm:pt modelId="{529CEE46-2229-49B9-887E-031399978337}" type="pres">
      <dgm:prSet presAssocID="{2CBE764C-300D-484E-AD75-68362B58AF95}" presName="c7" presStyleLbl="node1" presStyleIdx="6" presStyleCnt="19"/>
      <dgm:spPr/>
    </dgm:pt>
    <dgm:pt modelId="{DE79A8FA-5D3A-428B-8D87-360B696731F9}" type="pres">
      <dgm:prSet presAssocID="{2CBE764C-300D-484E-AD75-68362B58AF95}" presName="c8" presStyleLbl="node1" presStyleIdx="7" presStyleCnt="19"/>
      <dgm:spPr/>
    </dgm:pt>
    <dgm:pt modelId="{FCE5F3E6-64E1-45CC-9A83-E9EE57C43075}" type="pres">
      <dgm:prSet presAssocID="{2CBE764C-300D-484E-AD75-68362B58AF95}" presName="c9" presStyleLbl="node1" presStyleIdx="8" presStyleCnt="19"/>
      <dgm:spPr/>
    </dgm:pt>
    <dgm:pt modelId="{7AD2D6AC-515E-4D22-A526-08790C1EFA24}" type="pres">
      <dgm:prSet presAssocID="{2CBE764C-300D-484E-AD75-68362B58AF95}" presName="c10" presStyleLbl="node1" presStyleIdx="9" presStyleCnt="19"/>
      <dgm:spPr/>
    </dgm:pt>
    <dgm:pt modelId="{5C66726C-AAC0-45F8-8198-78FF815061EA}" type="pres">
      <dgm:prSet presAssocID="{2CBE764C-300D-484E-AD75-68362B58AF95}" presName="c11" presStyleLbl="node1" presStyleIdx="10" presStyleCnt="19"/>
      <dgm:spPr/>
    </dgm:pt>
    <dgm:pt modelId="{BA82A89F-8318-4645-9EAF-08B3385DBEA1}" type="pres">
      <dgm:prSet presAssocID="{2CBE764C-300D-484E-AD75-68362B58AF95}" presName="c12" presStyleLbl="node1" presStyleIdx="11" presStyleCnt="19"/>
      <dgm:spPr/>
    </dgm:pt>
    <dgm:pt modelId="{FAD1E018-E290-4351-8A84-F2B86796C3A0}" type="pres">
      <dgm:prSet presAssocID="{2CBE764C-300D-484E-AD75-68362B58AF95}" presName="c13" presStyleLbl="node1" presStyleIdx="12" presStyleCnt="19"/>
      <dgm:spPr/>
    </dgm:pt>
    <dgm:pt modelId="{408D0B2F-48A1-4BA1-8912-8A6B04BF1F1C}" type="pres">
      <dgm:prSet presAssocID="{2CBE764C-300D-484E-AD75-68362B58AF95}" presName="c14" presStyleLbl="node1" presStyleIdx="13" presStyleCnt="19"/>
      <dgm:spPr/>
    </dgm:pt>
    <dgm:pt modelId="{98677460-6EDB-46E7-B1A1-A0911E273ECA}" type="pres">
      <dgm:prSet presAssocID="{2CBE764C-300D-484E-AD75-68362B58AF95}" presName="c15" presStyleLbl="node1" presStyleIdx="14" presStyleCnt="19"/>
      <dgm:spPr/>
    </dgm:pt>
    <dgm:pt modelId="{8DBA786B-66C3-43D2-A900-C2485A494A06}" type="pres">
      <dgm:prSet presAssocID="{2CBE764C-300D-484E-AD75-68362B58AF95}" presName="c16" presStyleLbl="node1" presStyleIdx="15" presStyleCnt="19"/>
      <dgm:spPr/>
    </dgm:pt>
    <dgm:pt modelId="{357043B6-22C5-43CF-B9FE-6BB4B72DD028}" type="pres">
      <dgm:prSet presAssocID="{2CBE764C-300D-484E-AD75-68362B58AF95}" presName="c17" presStyleLbl="node1" presStyleIdx="16" presStyleCnt="19"/>
      <dgm:spPr/>
    </dgm:pt>
    <dgm:pt modelId="{227A4AE8-E2A1-4DA4-90D5-415E3E2DE2D3}" type="pres">
      <dgm:prSet presAssocID="{2CBE764C-300D-484E-AD75-68362B58AF95}" presName="c18" presStyleLbl="node1" presStyleIdx="17" presStyleCnt="19"/>
      <dgm:spPr/>
    </dgm:pt>
    <dgm:pt modelId="{7A9FCB91-27AA-46BE-BE61-0138D75DE954}" type="pres">
      <dgm:prSet presAssocID="{C3C47FDD-F9F5-4A59-BCFE-B66D018C250F}" presName="chevronComposite1" presStyleCnt="0"/>
      <dgm:spPr/>
    </dgm:pt>
    <dgm:pt modelId="{FF27F15C-9488-4680-B02E-69DEF9922981}" type="pres">
      <dgm:prSet presAssocID="{C3C47FDD-F9F5-4A59-BCFE-B66D018C250F}" presName="chevron1" presStyleLbl="sibTrans2D1" presStyleIdx="0" presStyleCnt="4"/>
      <dgm:spPr/>
    </dgm:pt>
    <dgm:pt modelId="{E72205A6-F4E9-4EC6-A2BD-069CB2213035}" type="pres">
      <dgm:prSet presAssocID="{C3C47FDD-F9F5-4A59-BCFE-B66D018C250F}" presName="spChevron1" presStyleCnt="0"/>
      <dgm:spPr/>
    </dgm:pt>
    <dgm:pt modelId="{9C719CDC-7BB8-4F4C-B4CB-FF4882CAC605}" type="pres">
      <dgm:prSet presAssocID="{0BBAA046-8387-494E-AD10-2B43BA09F889}" presName="middle" presStyleCnt="0"/>
      <dgm:spPr/>
    </dgm:pt>
    <dgm:pt modelId="{3CF0625A-27B2-43CF-9FA0-2FDF178B872F}" type="pres">
      <dgm:prSet presAssocID="{0BBAA046-8387-494E-AD10-2B43BA09F889}" presName="parTxMid" presStyleLbl="revTx" presStyleIdx="1" presStyleCnt="4"/>
      <dgm:spPr/>
    </dgm:pt>
    <dgm:pt modelId="{7633009D-042B-44E7-A2C3-EB85C69B3237}" type="pres">
      <dgm:prSet presAssocID="{0BBAA046-8387-494E-AD10-2B43BA09F889}" presName="spMid" presStyleCnt="0"/>
      <dgm:spPr/>
    </dgm:pt>
    <dgm:pt modelId="{250465C7-0A5E-4F68-BC59-ECFF27F4D23E}" type="pres">
      <dgm:prSet presAssocID="{E54A0560-FA55-4947-BFB3-96A75990F057}" presName="chevronComposite1" presStyleCnt="0"/>
      <dgm:spPr/>
    </dgm:pt>
    <dgm:pt modelId="{4536DFE1-287C-4962-BE62-E608C26B1E17}" type="pres">
      <dgm:prSet presAssocID="{E54A0560-FA55-4947-BFB3-96A75990F057}" presName="chevron1" presStyleLbl="sibTrans2D1" presStyleIdx="1" presStyleCnt="4"/>
      <dgm:spPr/>
    </dgm:pt>
    <dgm:pt modelId="{CEADC89C-FA42-4F6E-A552-6034EB8B6EBA}" type="pres">
      <dgm:prSet presAssocID="{E54A0560-FA55-4947-BFB3-96A75990F057}" presName="spChevron1" presStyleCnt="0"/>
      <dgm:spPr/>
    </dgm:pt>
    <dgm:pt modelId="{6D558078-7937-4E50-9D96-F19746963C78}" type="pres">
      <dgm:prSet presAssocID="{8B4735B6-499C-4115-8F40-35D29DDD0045}" presName="middle" presStyleCnt="0"/>
      <dgm:spPr/>
    </dgm:pt>
    <dgm:pt modelId="{F2AF5C71-4AB2-40A8-BEA3-843F7D950F8D}" type="pres">
      <dgm:prSet presAssocID="{8B4735B6-499C-4115-8F40-35D29DDD0045}" presName="parTxMid" presStyleLbl="revTx" presStyleIdx="2" presStyleCnt="4"/>
      <dgm:spPr/>
    </dgm:pt>
    <dgm:pt modelId="{FA161606-AACC-48BA-9EF5-FF4F74E0EE29}" type="pres">
      <dgm:prSet presAssocID="{8B4735B6-499C-4115-8F40-35D29DDD0045}" presName="spMid" presStyleCnt="0"/>
      <dgm:spPr/>
    </dgm:pt>
    <dgm:pt modelId="{396EE515-7116-49CF-81CE-0B95520327CE}" type="pres">
      <dgm:prSet presAssocID="{A8B7A373-8FCD-4E7A-9DEF-D0B42A6EB72D}" presName="chevronComposite1" presStyleCnt="0"/>
      <dgm:spPr/>
    </dgm:pt>
    <dgm:pt modelId="{506713E1-FEE7-4955-8415-92F75F1271C2}" type="pres">
      <dgm:prSet presAssocID="{A8B7A373-8FCD-4E7A-9DEF-D0B42A6EB72D}" presName="chevron1" presStyleLbl="sibTrans2D1" presStyleIdx="2" presStyleCnt="4"/>
      <dgm:spPr/>
    </dgm:pt>
    <dgm:pt modelId="{70CF3AD7-5D0D-49E9-AAA5-41C3824EF98F}" type="pres">
      <dgm:prSet presAssocID="{A8B7A373-8FCD-4E7A-9DEF-D0B42A6EB72D}" presName="spChevron1" presStyleCnt="0"/>
      <dgm:spPr/>
    </dgm:pt>
    <dgm:pt modelId="{245F4B47-0EC2-4C9F-8907-BA8440D8B591}" type="pres">
      <dgm:prSet presAssocID="{1717C3B3-4C99-4603-8428-DC71918C2EF2}" presName="middle" presStyleCnt="0"/>
      <dgm:spPr/>
    </dgm:pt>
    <dgm:pt modelId="{EA4B47A7-4E6D-432E-BC00-1C341D5500CA}" type="pres">
      <dgm:prSet presAssocID="{1717C3B3-4C99-4603-8428-DC71918C2EF2}" presName="parTxMid" presStyleLbl="revTx" presStyleIdx="3" presStyleCnt="4"/>
      <dgm:spPr/>
    </dgm:pt>
    <dgm:pt modelId="{4CF6F68A-3F82-41B1-888A-13CA6F1FFD69}" type="pres">
      <dgm:prSet presAssocID="{1717C3B3-4C99-4603-8428-DC71918C2EF2}" presName="spMid" presStyleCnt="0"/>
      <dgm:spPr/>
    </dgm:pt>
    <dgm:pt modelId="{DDCB5D3F-2E24-4558-9A3D-8D7F0346F5D0}" type="pres">
      <dgm:prSet presAssocID="{FBCC80E6-FAFA-4BEA-B782-D0E4E2C72192}" presName="chevronComposite1" presStyleCnt="0"/>
      <dgm:spPr/>
    </dgm:pt>
    <dgm:pt modelId="{968D573B-6969-4BAA-9E04-F9EF309287C3}" type="pres">
      <dgm:prSet presAssocID="{FBCC80E6-FAFA-4BEA-B782-D0E4E2C72192}" presName="chevron1" presStyleLbl="sibTrans2D1" presStyleIdx="3" presStyleCnt="4"/>
      <dgm:spPr/>
    </dgm:pt>
    <dgm:pt modelId="{FBB6EF8B-739E-4404-ACF7-2CF5FCE9F2FF}" type="pres">
      <dgm:prSet presAssocID="{FBCC80E6-FAFA-4BEA-B782-D0E4E2C72192}" presName="spChevron1" presStyleCnt="0"/>
      <dgm:spPr/>
    </dgm:pt>
    <dgm:pt modelId="{6BF5A5FB-C0C4-4B5D-B311-6946AC8DEBCC}" type="pres">
      <dgm:prSet presAssocID="{93A71161-B028-4C8C-8AB8-F2B546BFB452}" presName="last" presStyleCnt="0"/>
      <dgm:spPr/>
    </dgm:pt>
    <dgm:pt modelId="{6346FC50-51D1-45D7-9E28-F006D95BA82A}" type="pres">
      <dgm:prSet presAssocID="{93A71161-B028-4C8C-8AB8-F2B546BFB452}" presName="circleTx" presStyleLbl="node1" presStyleIdx="18" presStyleCnt="19"/>
      <dgm:spPr/>
    </dgm:pt>
    <dgm:pt modelId="{31AE52DF-80F2-407F-ABFD-285E7BEBB6EB}" type="pres">
      <dgm:prSet presAssocID="{93A71161-B028-4C8C-8AB8-F2B546BFB452}" presName="spN" presStyleCnt="0"/>
      <dgm:spPr/>
    </dgm:pt>
  </dgm:ptLst>
  <dgm:cxnLst>
    <dgm:cxn modelId="{09C05705-88E8-4D90-ABA0-140FB785BF5C}" srcId="{87A35E90-1527-46EB-8D3C-27F245586F8B}" destId="{2CBE764C-300D-484E-AD75-68362B58AF95}" srcOrd="0" destOrd="0" parTransId="{05DC45B3-8A05-466E-92F7-ABFA775B301A}" sibTransId="{C3C47FDD-F9F5-4A59-BCFE-B66D018C250F}"/>
    <dgm:cxn modelId="{568CE716-1096-4144-B981-76AE4441A1A7}" type="presOf" srcId="{8B4735B6-499C-4115-8F40-35D29DDD0045}" destId="{F2AF5C71-4AB2-40A8-BEA3-843F7D950F8D}" srcOrd="0" destOrd="0" presId="urn:microsoft.com/office/officeart/2009/3/layout/RandomtoResultProcess"/>
    <dgm:cxn modelId="{62D2011C-DA53-4A05-BCDE-A8911D8A068F}" type="presOf" srcId="{93A71161-B028-4C8C-8AB8-F2B546BFB452}" destId="{6346FC50-51D1-45D7-9E28-F006D95BA82A}" srcOrd="0" destOrd="0" presId="urn:microsoft.com/office/officeart/2009/3/layout/RandomtoResultProcess"/>
    <dgm:cxn modelId="{C5DF271F-B01A-4025-954B-63A56A2470AD}" srcId="{87A35E90-1527-46EB-8D3C-27F245586F8B}" destId="{0BBAA046-8387-494E-AD10-2B43BA09F889}" srcOrd="1" destOrd="0" parTransId="{756F3AEC-1C09-4789-BB97-AC42BC7FD1D0}" sibTransId="{E54A0560-FA55-4947-BFB3-96A75990F057}"/>
    <dgm:cxn modelId="{86A07036-7F0F-47C7-92F7-C614134867F2}" srcId="{87A35E90-1527-46EB-8D3C-27F245586F8B}" destId="{8B4735B6-499C-4115-8F40-35D29DDD0045}" srcOrd="2" destOrd="0" parTransId="{467FB245-5958-4B85-AD25-44064289C6F3}" sibTransId="{A8B7A373-8FCD-4E7A-9DEF-D0B42A6EB72D}"/>
    <dgm:cxn modelId="{7E79BB39-5A4F-4091-AFA0-97D7BFDE0D31}" type="presOf" srcId="{87A35E90-1527-46EB-8D3C-27F245586F8B}" destId="{224A3FCA-E077-4817-B5FE-39F907D5E8A2}" srcOrd="0" destOrd="0" presId="urn:microsoft.com/office/officeart/2009/3/layout/RandomtoResultProcess"/>
    <dgm:cxn modelId="{574A274C-B719-46F9-8686-0D8743EEF7C5}" type="presOf" srcId="{2CBE764C-300D-484E-AD75-68362B58AF95}" destId="{E3C87ABA-7E78-4A80-8E21-6F45C87CA6D6}" srcOrd="0" destOrd="0" presId="urn:microsoft.com/office/officeart/2009/3/layout/RandomtoResultProcess"/>
    <dgm:cxn modelId="{C3292386-EFD6-4A64-BBD3-E78FBB091BDF}" srcId="{87A35E90-1527-46EB-8D3C-27F245586F8B}" destId="{1717C3B3-4C99-4603-8428-DC71918C2EF2}" srcOrd="3" destOrd="0" parTransId="{2FE76F37-1B11-4105-BF3F-FA5E00A34D5A}" sibTransId="{FBCC80E6-FAFA-4BEA-B782-D0E4E2C72192}"/>
    <dgm:cxn modelId="{FD4396AA-0B36-4878-A117-D6FF30EF120F}" type="presOf" srcId="{1717C3B3-4C99-4603-8428-DC71918C2EF2}" destId="{EA4B47A7-4E6D-432E-BC00-1C341D5500CA}" srcOrd="0" destOrd="0" presId="urn:microsoft.com/office/officeart/2009/3/layout/RandomtoResultProcess"/>
    <dgm:cxn modelId="{152E7EC9-4D73-402F-ACCE-9621865E1108}" srcId="{87A35E90-1527-46EB-8D3C-27F245586F8B}" destId="{93A71161-B028-4C8C-8AB8-F2B546BFB452}" srcOrd="4" destOrd="0" parTransId="{5D9B3772-6073-4A5B-A231-73852A6BBC46}" sibTransId="{AE1A3BFD-9216-450C-B192-ED434A9D02E1}"/>
    <dgm:cxn modelId="{C1C925EE-491A-4941-93AD-AA7887EC0014}" type="presOf" srcId="{0BBAA046-8387-494E-AD10-2B43BA09F889}" destId="{3CF0625A-27B2-43CF-9FA0-2FDF178B872F}" srcOrd="0" destOrd="0" presId="urn:microsoft.com/office/officeart/2009/3/layout/RandomtoResultProcess"/>
    <dgm:cxn modelId="{98134B8E-2011-4303-AEF9-91150F8A2E5E}" type="presParOf" srcId="{224A3FCA-E077-4817-B5FE-39F907D5E8A2}" destId="{6FAB56B4-64F7-4E00-834A-536CB4E4CE3F}" srcOrd="0" destOrd="0" presId="urn:microsoft.com/office/officeart/2009/3/layout/RandomtoResultProcess"/>
    <dgm:cxn modelId="{9E255EF9-38FA-4132-9D09-F3FA2254BA82}" type="presParOf" srcId="{6FAB56B4-64F7-4E00-834A-536CB4E4CE3F}" destId="{E3C87ABA-7E78-4A80-8E21-6F45C87CA6D6}" srcOrd="0" destOrd="0" presId="urn:microsoft.com/office/officeart/2009/3/layout/RandomtoResultProcess"/>
    <dgm:cxn modelId="{C65835D4-83CD-44FE-AC74-A9CBE06376F9}" type="presParOf" srcId="{6FAB56B4-64F7-4E00-834A-536CB4E4CE3F}" destId="{16BE6CD7-EFFD-4421-BD05-1117EFFDA7E6}" srcOrd="1" destOrd="0" presId="urn:microsoft.com/office/officeart/2009/3/layout/RandomtoResultProcess"/>
    <dgm:cxn modelId="{8EF33074-5867-47E8-AB61-D2042C4EB235}" type="presParOf" srcId="{6FAB56B4-64F7-4E00-834A-536CB4E4CE3F}" destId="{7C76589F-72C0-419C-A9ED-AF17549B669E}" srcOrd="2" destOrd="0" presId="urn:microsoft.com/office/officeart/2009/3/layout/RandomtoResultProcess"/>
    <dgm:cxn modelId="{6E145115-9D4F-4AD2-AD17-C09CA2755959}" type="presParOf" srcId="{6FAB56B4-64F7-4E00-834A-536CB4E4CE3F}" destId="{016F97B6-E198-4ADB-9B73-C4B999C86FC9}" srcOrd="3" destOrd="0" presId="urn:microsoft.com/office/officeart/2009/3/layout/RandomtoResultProcess"/>
    <dgm:cxn modelId="{4B132ABC-1999-4E2F-BD09-008978406FE1}" type="presParOf" srcId="{6FAB56B4-64F7-4E00-834A-536CB4E4CE3F}" destId="{9277E800-34C2-47FB-A10D-A9140E40F5B6}" srcOrd="4" destOrd="0" presId="urn:microsoft.com/office/officeart/2009/3/layout/RandomtoResultProcess"/>
    <dgm:cxn modelId="{61CCA957-AC11-4E2A-9BC4-3492B9F8CC98}" type="presParOf" srcId="{6FAB56B4-64F7-4E00-834A-536CB4E4CE3F}" destId="{7ED39992-C854-42B7-B040-4F9A08BDCD22}" srcOrd="5" destOrd="0" presId="urn:microsoft.com/office/officeart/2009/3/layout/RandomtoResultProcess"/>
    <dgm:cxn modelId="{F956343C-2B92-445B-81AB-D06AD41281E5}" type="presParOf" srcId="{6FAB56B4-64F7-4E00-834A-536CB4E4CE3F}" destId="{6603A7C9-1AB7-49B9-B393-FB37FF98FCFE}" srcOrd="6" destOrd="0" presId="urn:microsoft.com/office/officeart/2009/3/layout/RandomtoResultProcess"/>
    <dgm:cxn modelId="{07196C23-B937-4E30-BE67-4956E13C4F3B}" type="presParOf" srcId="{6FAB56B4-64F7-4E00-834A-536CB4E4CE3F}" destId="{529CEE46-2229-49B9-887E-031399978337}" srcOrd="7" destOrd="0" presId="urn:microsoft.com/office/officeart/2009/3/layout/RandomtoResultProcess"/>
    <dgm:cxn modelId="{76F6342F-E304-4A14-ABE5-C57D0E9C45C5}" type="presParOf" srcId="{6FAB56B4-64F7-4E00-834A-536CB4E4CE3F}" destId="{DE79A8FA-5D3A-428B-8D87-360B696731F9}" srcOrd="8" destOrd="0" presId="urn:microsoft.com/office/officeart/2009/3/layout/RandomtoResultProcess"/>
    <dgm:cxn modelId="{410C015F-3F84-4EAA-BD12-EE916B3E73FF}" type="presParOf" srcId="{6FAB56B4-64F7-4E00-834A-536CB4E4CE3F}" destId="{FCE5F3E6-64E1-45CC-9A83-E9EE57C43075}" srcOrd="9" destOrd="0" presId="urn:microsoft.com/office/officeart/2009/3/layout/RandomtoResultProcess"/>
    <dgm:cxn modelId="{D16A642A-5695-403E-87E8-8E133140F32D}" type="presParOf" srcId="{6FAB56B4-64F7-4E00-834A-536CB4E4CE3F}" destId="{7AD2D6AC-515E-4D22-A526-08790C1EFA24}" srcOrd="10" destOrd="0" presId="urn:microsoft.com/office/officeart/2009/3/layout/RandomtoResultProcess"/>
    <dgm:cxn modelId="{CAAC3B99-BB16-41B9-B8D0-25D1C31F67C8}" type="presParOf" srcId="{6FAB56B4-64F7-4E00-834A-536CB4E4CE3F}" destId="{5C66726C-AAC0-45F8-8198-78FF815061EA}" srcOrd="11" destOrd="0" presId="urn:microsoft.com/office/officeart/2009/3/layout/RandomtoResultProcess"/>
    <dgm:cxn modelId="{89CF5A55-BBB3-4894-BEC4-F1A72695C0F1}" type="presParOf" srcId="{6FAB56B4-64F7-4E00-834A-536CB4E4CE3F}" destId="{BA82A89F-8318-4645-9EAF-08B3385DBEA1}" srcOrd="12" destOrd="0" presId="urn:microsoft.com/office/officeart/2009/3/layout/RandomtoResultProcess"/>
    <dgm:cxn modelId="{E2C1C541-CD80-4D8E-83C4-3B0758674D76}" type="presParOf" srcId="{6FAB56B4-64F7-4E00-834A-536CB4E4CE3F}" destId="{FAD1E018-E290-4351-8A84-F2B86796C3A0}" srcOrd="13" destOrd="0" presId="urn:microsoft.com/office/officeart/2009/3/layout/RandomtoResultProcess"/>
    <dgm:cxn modelId="{E8A939F2-5AFB-4F21-BEC8-D89956351006}" type="presParOf" srcId="{6FAB56B4-64F7-4E00-834A-536CB4E4CE3F}" destId="{408D0B2F-48A1-4BA1-8912-8A6B04BF1F1C}" srcOrd="14" destOrd="0" presId="urn:microsoft.com/office/officeart/2009/3/layout/RandomtoResultProcess"/>
    <dgm:cxn modelId="{1A223C3F-3E0C-42B7-9EF9-930EC0B9D565}" type="presParOf" srcId="{6FAB56B4-64F7-4E00-834A-536CB4E4CE3F}" destId="{98677460-6EDB-46E7-B1A1-A0911E273ECA}" srcOrd="15" destOrd="0" presId="urn:microsoft.com/office/officeart/2009/3/layout/RandomtoResultProcess"/>
    <dgm:cxn modelId="{F7097B87-B160-4938-86DE-4E38D108FB2F}" type="presParOf" srcId="{6FAB56B4-64F7-4E00-834A-536CB4E4CE3F}" destId="{8DBA786B-66C3-43D2-A900-C2485A494A06}" srcOrd="16" destOrd="0" presId="urn:microsoft.com/office/officeart/2009/3/layout/RandomtoResultProcess"/>
    <dgm:cxn modelId="{0A1D9D38-6F32-4B0F-99A2-811299FB5E7A}" type="presParOf" srcId="{6FAB56B4-64F7-4E00-834A-536CB4E4CE3F}" destId="{357043B6-22C5-43CF-B9FE-6BB4B72DD028}" srcOrd="17" destOrd="0" presId="urn:microsoft.com/office/officeart/2009/3/layout/RandomtoResultProcess"/>
    <dgm:cxn modelId="{07945B05-9CB6-4709-8563-35A5BEF0A487}" type="presParOf" srcId="{6FAB56B4-64F7-4E00-834A-536CB4E4CE3F}" destId="{227A4AE8-E2A1-4DA4-90D5-415E3E2DE2D3}" srcOrd="18" destOrd="0" presId="urn:microsoft.com/office/officeart/2009/3/layout/RandomtoResultProcess"/>
    <dgm:cxn modelId="{AFA3C49F-3E44-46C3-9AF8-E66DA1E8CC3B}" type="presParOf" srcId="{224A3FCA-E077-4817-B5FE-39F907D5E8A2}" destId="{7A9FCB91-27AA-46BE-BE61-0138D75DE954}" srcOrd="1" destOrd="0" presId="urn:microsoft.com/office/officeart/2009/3/layout/RandomtoResultProcess"/>
    <dgm:cxn modelId="{60EB2AF2-1107-4CF4-A867-EF1C206BB197}" type="presParOf" srcId="{7A9FCB91-27AA-46BE-BE61-0138D75DE954}" destId="{FF27F15C-9488-4680-B02E-69DEF9922981}" srcOrd="0" destOrd="0" presId="urn:microsoft.com/office/officeart/2009/3/layout/RandomtoResultProcess"/>
    <dgm:cxn modelId="{AACADB6C-6C2F-42C3-8768-02F3997EB8DB}" type="presParOf" srcId="{7A9FCB91-27AA-46BE-BE61-0138D75DE954}" destId="{E72205A6-F4E9-4EC6-A2BD-069CB2213035}" srcOrd="1" destOrd="0" presId="urn:microsoft.com/office/officeart/2009/3/layout/RandomtoResultProcess"/>
    <dgm:cxn modelId="{E15501CA-652D-4EFF-877C-6341069508D2}" type="presParOf" srcId="{224A3FCA-E077-4817-B5FE-39F907D5E8A2}" destId="{9C719CDC-7BB8-4F4C-B4CB-FF4882CAC605}" srcOrd="2" destOrd="0" presId="urn:microsoft.com/office/officeart/2009/3/layout/RandomtoResultProcess"/>
    <dgm:cxn modelId="{3104843A-8477-4DC6-82D3-48D2B4E63471}" type="presParOf" srcId="{9C719CDC-7BB8-4F4C-B4CB-FF4882CAC605}" destId="{3CF0625A-27B2-43CF-9FA0-2FDF178B872F}" srcOrd="0" destOrd="0" presId="urn:microsoft.com/office/officeart/2009/3/layout/RandomtoResultProcess"/>
    <dgm:cxn modelId="{2A2C9B57-7429-4CD7-8EF6-2654657BF30C}" type="presParOf" srcId="{9C719CDC-7BB8-4F4C-B4CB-FF4882CAC605}" destId="{7633009D-042B-44E7-A2C3-EB85C69B3237}" srcOrd="1" destOrd="0" presId="urn:microsoft.com/office/officeart/2009/3/layout/RandomtoResultProcess"/>
    <dgm:cxn modelId="{A3C974AF-0160-4081-A476-9D0CAEE39B66}" type="presParOf" srcId="{224A3FCA-E077-4817-B5FE-39F907D5E8A2}" destId="{250465C7-0A5E-4F68-BC59-ECFF27F4D23E}" srcOrd="3" destOrd="0" presId="urn:microsoft.com/office/officeart/2009/3/layout/RandomtoResultProcess"/>
    <dgm:cxn modelId="{77A67627-6B94-4C41-AFB3-B8F49F288B78}" type="presParOf" srcId="{250465C7-0A5E-4F68-BC59-ECFF27F4D23E}" destId="{4536DFE1-287C-4962-BE62-E608C26B1E17}" srcOrd="0" destOrd="0" presId="urn:microsoft.com/office/officeart/2009/3/layout/RandomtoResultProcess"/>
    <dgm:cxn modelId="{B69BCF74-1C45-4CEE-A115-67BB743F16CA}" type="presParOf" srcId="{250465C7-0A5E-4F68-BC59-ECFF27F4D23E}" destId="{CEADC89C-FA42-4F6E-A552-6034EB8B6EBA}" srcOrd="1" destOrd="0" presId="urn:microsoft.com/office/officeart/2009/3/layout/RandomtoResultProcess"/>
    <dgm:cxn modelId="{76A57019-DB8F-46A9-A2F3-FD7AEB8D5FAE}" type="presParOf" srcId="{224A3FCA-E077-4817-B5FE-39F907D5E8A2}" destId="{6D558078-7937-4E50-9D96-F19746963C78}" srcOrd="4" destOrd="0" presId="urn:microsoft.com/office/officeart/2009/3/layout/RandomtoResultProcess"/>
    <dgm:cxn modelId="{C5A8F08D-9692-47CC-9341-950D5ED9DE73}" type="presParOf" srcId="{6D558078-7937-4E50-9D96-F19746963C78}" destId="{F2AF5C71-4AB2-40A8-BEA3-843F7D950F8D}" srcOrd="0" destOrd="0" presId="urn:microsoft.com/office/officeart/2009/3/layout/RandomtoResultProcess"/>
    <dgm:cxn modelId="{53ACB06A-F25B-432B-8B88-5549E6870AD7}" type="presParOf" srcId="{6D558078-7937-4E50-9D96-F19746963C78}" destId="{FA161606-AACC-48BA-9EF5-FF4F74E0EE29}" srcOrd="1" destOrd="0" presId="urn:microsoft.com/office/officeart/2009/3/layout/RandomtoResultProcess"/>
    <dgm:cxn modelId="{BE190249-4C0E-4BB1-BD8F-334FCE311C9B}" type="presParOf" srcId="{224A3FCA-E077-4817-B5FE-39F907D5E8A2}" destId="{396EE515-7116-49CF-81CE-0B95520327CE}" srcOrd="5" destOrd="0" presId="urn:microsoft.com/office/officeart/2009/3/layout/RandomtoResultProcess"/>
    <dgm:cxn modelId="{74BFE5A7-9C4E-47A8-A58A-3473EF02F084}" type="presParOf" srcId="{396EE515-7116-49CF-81CE-0B95520327CE}" destId="{506713E1-FEE7-4955-8415-92F75F1271C2}" srcOrd="0" destOrd="0" presId="urn:microsoft.com/office/officeart/2009/3/layout/RandomtoResultProcess"/>
    <dgm:cxn modelId="{7E82C4BC-E482-409A-B3B3-D6B6AFB4CBCD}" type="presParOf" srcId="{396EE515-7116-49CF-81CE-0B95520327CE}" destId="{70CF3AD7-5D0D-49E9-AAA5-41C3824EF98F}" srcOrd="1" destOrd="0" presId="urn:microsoft.com/office/officeart/2009/3/layout/RandomtoResultProcess"/>
    <dgm:cxn modelId="{65F6C6C4-8F2B-49A8-809A-71624E058A9A}" type="presParOf" srcId="{224A3FCA-E077-4817-B5FE-39F907D5E8A2}" destId="{245F4B47-0EC2-4C9F-8907-BA8440D8B591}" srcOrd="6" destOrd="0" presId="urn:microsoft.com/office/officeart/2009/3/layout/RandomtoResultProcess"/>
    <dgm:cxn modelId="{2FF92272-FE2A-4060-B180-6AD1F047AD8C}" type="presParOf" srcId="{245F4B47-0EC2-4C9F-8907-BA8440D8B591}" destId="{EA4B47A7-4E6D-432E-BC00-1C341D5500CA}" srcOrd="0" destOrd="0" presId="urn:microsoft.com/office/officeart/2009/3/layout/RandomtoResultProcess"/>
    <dgm:cxn modelId="{660A3F33-2058-4713-A29A-C9C25ACBB409}" type="presParOf" srcId="{245F4B47-0EC2-4C9F-8907-BA8440D8B591}" destId="{4CF6F68A-3F82-41B1-888A-13CA6F1FFD69}" srcOrd="1" destOrd="0" presId="urn:microsoft.com/office/officeart/2009/3/layout/RandomtoResultProcess"/>
    <dgm:cxn modelId="{8F845FAD-24A8-416F-A3D0-C32F3A06D801}" type="presParOf" srcId="{224A3FCA-E077-4817-B5FE-39F907D5E8A2}" destId="{DDCB5D3F-2E24-4558-9A3D-8D7F0346F5D0}" srcOrd="7" destOrd="0" presId="urn:microsoft.com/office/officeart/2009/3/layout/RandomtoResultProcess"/>
    <dgm:cxn modelId="{5CE44E5F-8990-4227-BD36-6C1571AA21EC}" type="presParOf" srcId="{DDCB5D3F-2E24-4558-9A3D-8D7F0346F5D0}" destId="{968D573B-6969-4BAA-9E04-F9EF309287C3}" srcOrd="0" destOrd="0" presId="urn:microsoft.com/office/officeart/2009/3/layout/RandomtoResultProcess"/>
    <dgm:cxn modelId="{3B1C6DB4-F9DA-4828-83A2-0B210406DC4D}" type="presParOf" srcId="{DDCB5D3F-2E24-4558-9A3D-8D7F0346F5D0}" destId="{FBB6EF8B-739E-4404-ACF7-2CF5FCE9F2FF}" srcOrd="1" destOrd="0" presId="urn:microsoft.com/office/officeart/2009/3/layout/RandomtoResultProcess"/>
    <dgm:cxn modelId="{2D0C2B00-2CC7-454A-AD91-8B5F04A79227}" type="presParOf" srcId="{224A3FCA-E077-4817-B5FE-39F907D5E8A2}" destId="{6BF5A5FB-C0C4-4B5D-B311-6946AC8DEBCC}" srcOrd="8" destOrd="0" presId="urn:microsoft.com/office/officeart/2009/3/layout/RandomtoResultProcess"/>
    <dgm:cxn modelId="{6356D9D5-72E4-413C-BEB6-B2CDC16CA41B}" type="presParOf" srcId="{6BF5A5FB-C0C4-4B5D-B311-6946AC8DEBCC}" destId="{6346FC50-51D1-45D7-9E28-F006D95BA82A}" srcOrd="0" destOrd="0" presId="urn:microsoft.com/office/officeart/2009/3/layout/RandomtoResultProcess"/>
    <dgm:cxn modelId="{985A0BFA-6285-4700-BB78-011019B54201}" type="presParOf" srcId="{6BF5A5FB-C0C4-4B5D-B311-6946AC8DEBCC}" destId="{31AE52DF-80F2-407F-ABFD-285E7BEBB6EB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DB2CA-A1DB-447E-B2FE-D75D916B309F}">
      <dsp:nvSpPr>
        <dsp:cNvPr id="0" name=""/>
        <dsp:cNvSpPr/>
      </dsp:nvSpPr>
      <dsp:spPr>
        <a:xfrm>
          <a:off x="-5552753" y="-850112"/>
          <a:ext cx="6611346" cy="6611346"/>
        </a:xfrm>
        <a:prstGeom prst="blockArc">
          <a:avLst>
            <a:gd name="adj1" fmla="val 18900000"/>
            <a:gd name="adj2" fmla="val 2700000"/>
            <a:gd name="adj3" fmla="val 327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9DF51-55D0-4055-8A53-E21E23162734}">
      <dsp:nvSpPr>
        <dsp:cNvPr id="0" name=""/>
        <dsp:cNvSpPr/>
      </dsp:nvSpPr>
      <dsp:spPr>
        <a:xfrm>
          <a:off x="394552" y="258619"/>
          <a:ext cx="6383158" cy="5170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0403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700" kern="1200" dirty="0"/>
            <a:t>Digital Payments</a:t>
          </a:r>
        </a:p>
      </dsp:txBody>
      <dsp:txXfrm>
        <a:off x="394552" y="258619"/>
        <a:ext cx="6383158" cy="517042"/>
      </dsp:txXfrm>
    </dsp:sp>
    <dsp:sp modelId="{07EF3D5F-A3E6-42B7-BFC8-BC5A49426CC3}">
      <dsp:nvSpPr>
        <dsp:cNvPr id="0" name=""/>
        <dsp:cNvSpPr/>
      </dsp:nvSpPr>
      <dsp:spPr>
        <a:xfrm>
          <a:off x="71401" y="193989"/>
          <a:ext cx="646303" cy="646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7DED4-5156-479A-8D36-3FA44DAFBEF0}">
      <dsp:nvSpPr>
        <dsp:cNvPr id="0" name=""/>
        <dsp:cNvSpPr/>
      </dsp:nvSpPr>
      <dsp:spPr>
        <a:xfrm>
          <a:off x="819855" y="1034085"/>
          <a:ext cx="5957855" cy="5170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0403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700" kern="1200"/>
            <a:t>E-Governance</a:t>
          </a:r>
        </a:p>
      </dsp:txBody>
      <dsp:txXfrm>
        <a:off x="819855" y="1034085"/>
        <a:ext cx="5957855" cy="517042"/>
      </dsp:txXfrm>
    </dsp:sp>
    <dsp:sp modelId="{EFF8F008-9BDC-4898-9A0B-94AE7CAC8205}">
      <dsp:nvSpPr>
        <dsp:cNvPr id="0" name=""/>
        <dsp:cNvSpPr/>
      </dsp:nvSpPr>
      <dsp:spPr>
        <a:xfrm>
          <a:off x="496704" y="969455"/>
          <a:ext cx="646303" cy="646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1BC59-CB1D-458B-9003-6294025A424A}">
      <dsp:nvSpPr>
        <dsp:cNvPr id="0" name=""/>
        <dsp:cNvSpPr/>
      </dsp:nvSpPr>
      <dsp:spPr>
        <a:xfrm>
          <a:off x="1014336" y="1809551"/>
          <a:ext cx="5763374" cy="5170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0403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700" kern="1200"/>
            <a:t>Digital Education</a:t>
          </a:r>
        </a:p>
      </dsp:txBody>
      <dsp:txXfrm>
        <a:off x="1014336" y="1809551"/>
        <a:ext cx="5763374" cy="517042"/>
      </dsp:txXfrm>
    </dsp:sp>
    <dsp:sp modelId="{9ADF3E1D-4FFB-4182-B636-D530667E1AE1}">
      <dsp:nvSpPr>
        <dsp:cNvPr id="0" name=""/>
        <dsp:cNvSpPr/>
      </dsp:nvSpPr>
      <dsp:spPr>
        <a:xfrm>
          <a:off x="691184" y="1744921"/>
          <a:ext cx="646303" cy="646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ED182-3980-439F-94D8-D3B93D56C36B}">
      <dsp:nvSpPr>
        <dsp:cNvPr id="0" name=""/>
        <dsp:cNvSpPr/>
      </dsp:nvSpPr>
      <dsp:spPr>
        <a:xfrm>
          <a:off x="1014336" y="2584526"/>
          <a:ext cx="5763374" cy="5170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0403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700" kern="1200"/>
            <a:t>Digital Healthcare</a:t>
          </a:r>
        </a:p>
      </dsp:txBody>
      <dsp:txXfrm>
        <a:off x="1014336" y="2584526"/>
        <a:ext cx="5763374" cy="517042"/>
      </dsp:txXfrm>
    </dsp:sp>
    <dsp:sp modelId="{E8AB48B3-88B3-4A2D-BA05-168FA0F8F9B4}">
      <dsp:nvSpPr>
        <dsp:cNvPr id="0" name=""/>
        <dsp:cNvSpPr/>
      </dsp:nvSpPr>
      <dsp:spPr>
        <a:xfrm>
          <a:off x="691184" y="2519896"/>
          <a:ext cx="646303" cy="646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0A594-ABE9-45F7-AB23-63DC15147B65}">
      <dsp:nvSpPr>
        <dsp:cNvPr id="0" name=""/>
        <dsp:cNvSpPr/>
      </dsp:nvSpPr>
      <dsp:spPr>
        <a:xfrm>
          <a:off x="819855" y="3359992"/>
          <a:ext cx="5957855" cy="5170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0403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700" kern="1200"/>
            <a:t>Online Banking</a:t>
          </a:r>
        </a:p>
      </dsp:txBody>
      <dsp:txXfrm>
        <a:off x="819855" y="3359992"/>
        <a:ext cx="5957855" cy="517042"/>
      </dsp:txXfrm>
    </dsp:sp>
    <dsp:sp modelId="{F1D765D4-43C1-48BD-B7CA-28106833297D}">
      <dsp:nvSpPr>
        <dsp:cNvPr id="0" name=""/>
        <dsp:cNvSpPr/>
      </dsp:nvSpPr>
      <dsp:spPr>
        <a:xfrm>
          <a:off x="496704" y="3295362"/>
          <a:ext cx="646303" cy="646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B2CE4-013E-4067-81B1-00A5B2B1E56A}">
      <dsp:nvSpPr>
        <dsp:cNvPr id="0" name=""/>
        <dsp:cNvSpPr/>
      </dsp:nvSpPr>
      <dsp:spPr>
        <a:xfrm>
          <a:off x="394552" y="4135458"/>
          <a:ext cx="6383158" cy="5170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0403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700" kern="1200"/>
            <a:t>Digital Infrastructur</a:t>
          </a:r>
        </a:p>
      </dsp:txBody>
      <dsp:txXfrm>
        <a:off x="394552" y="4135458"/>
        <a:ext cx="6383158" cy="517042"/>
      </dsp:txXfrm>
    </dsp:sp>
    <dsp:sp modelId="{FDB3A70C-A89E-438C-82D1-2AB99A683103}">
      <dsp:nvSpPr>
        <dsp:cNvPr id="0" name=""/>
        <dsp:cNvSpPr/>
      </dsp:nvSpPr>
      <dsp:spPr>
        <a:xfrm>
          <a:off x="71401" y="4070828"/>
          <a:ext cx="646303" cy="646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B59FB-8EF0-4356-81B1-ED77B8DBA2CB}">
      <dsp:nvSpPr>
        <dsp:cNvPr id="0" name=""/>
        <dsp:cNvSpPr/>
      </dsp:nvSpPr>
      <dsp:spPr>
        <a:xfrm>
          <a:off x="2197" y="807597"/>
          <a:ext cx="1955439" cy="7821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Internet</a:t>
          </a:r>
        </a:p>
      </dsp:txBody>
      <dsp:txXfrm>
        <a:off x="393285" y="807597"/>
        <a:ext cx="1173264" cy="782175"/>
      </dsp:txXfrm>
    </dsp:sp>
    <dsp:sp modelId="{46949FC1-FBB3-43D8-95CA-B20EA6F9B68F}">
      <dsp:nvSpPr>
        <dsp:cNvPr id="0" name=""/>
        <dsp:cNvSpPr/>
      </dsp:nvSpPr>
      <dsp:spPr>
        <a:xfrm>
          <a:off x="1762092" y="807597"/>
          <a:ext cx="1955439" cy="7821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Mobile</a:t>
          </a:r>
        </a:p>
      </dsp:txBody>
      <dsp:txXfrm>
        <a:off x="2153180" y="807597"/>
        <a:ext cx="1173264" cy="782175"/>
      </dsp:txXfrm>
    </dsp:sp>
    <dsp:sp modelId="{CD2889F7-2AB6-41CF-BAC0-4FB10A874079}">
      <dsp:nvSpPr>
        <dsp:cNvPr id="0" name=""/>
        <dsp:cNvSpPr/>
      </dsp:nvSpPr>
      <dsp:spPr>
        <a:xfrm>
          <a:off x="3521987" y="807597"/>
          <a:ext cx="1955439" cy="7821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Online Services</a:t>
          </a:r>
        </a:p>
      </dsp:txBody>
      <dsp:txXfrm>
        <a:off x="3913075" y="807597"/>
        <a:ext cx="1173264" cy="782175"/>
      </dsp:txXfrm>
    </dsp:sp>
    <dsp:sp modelId="{C059C03D-6A31-4412-BBF6-F4FBA6B6CDA0}">
      <dsp:nvSpPr>
        <dsp:cNvPr id="0" name=""/>
        <dsp:cNvSpPr/>
      </dsp:nvSpPr>
      <dsp:spPr>
        <a:xfrm>
          <a:off x="5281883" y="807597"/>
          <a:ext cx="1955439" cy="7821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Digital Payment</a:t>
          </a:r>
          <a:endParaRPr lang="en-IN" sz="1800" kern="1200" dirty="0"/>
        </a:p>
      </dsp:txBody>
      <dsp:txXfrm>
        <a:off x="5672971" y="807597"/>
        <a:ext cx="1173264" cy="782175"/>
      </dsp:txXfrm>
    </dsp:sp>
    <dsp:sp modelId="{7C3D09E1-4B7E-4F76-9763-A00EB7A195E5}">
      <dsp:nvSpPr>
        <dsp:cNvPr id="0" name=""/>
        <dsp:cNvSpPr/>
      </dsp:nvSpPr>
      <dsp:spPr>
        <a:xfrm>
          <a:off x="7041778" y="807597"/>
          <a:ext cx="1955439" cy="7821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Digital Certificate</a:t>
          </a:r>
          <a:endParaRPr lang="en-IN" sz="1800" kern="1200" dirty="0"/>
        </a:p>
      </dsp:txBody>
      <dsp:txXfrm>
        <a:off x="7432866" y="807597"/>
        <a:ext cx="1173264" cy="7821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318C9-D929-47EF-9960-53AA237DCC4F}">
      <dsp:nvSpPr>
        <dsp:cNvPr id="0" name=""/>
        <dsp:cNvSpPr/>
      </dsp:nvSpPr>
      <dsp:spPr>
        <a:xfrm>
          <a:off x="880808" y="-24402"/>
          <a:ext cx="4388113" cy="4388113"/>
        </a:xfrm>
        <a:prstGeom prst="circularArrow">
          <a:avLst>
            <a:gd name="adj1" fmla="val 5544"/>
            <a:gd name="adj2" fmla="val 330680"/>
            <a:gd name="adj3" fmla="val 13817440"/>
            <a:gd name="adj4" fmla="val 17360750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D7887-5657-4105-B585-CCE7515CBB69}">
      <dsp:nvSpPr>
        <dsp:cNvPr id="0" name=""/>
        <dsp:cNvSpPr/>
      </dsp:nvSpPr>
      <dsp:spPr>
        <a:xfrm>
          <a:off x="2065925" y="1032"/>
          <a:ext cx="2017880" cy="1008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  <a:sp3d extrusionH="28000" prstMaterial="matte"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Saves Time</a:t>
          </a:r>
        </a:p>
      </dsp:txBody>
      <dsp:txXfrm>
        <a:off x="2115177" y="50284"/>
        <a:ext cx="1919376" cy="910436"/>
      </dsp:txXfrm>
    </dsp:sp>
    <dsp:sp modelId="{CD1C6392-1733-49EB-BCC7-47A35F46865F}">
      <dsp:nvSpPr>
        <dsp:cNvPr id="0" name=""/>
        <dsp:cNvSpPr/>
      </dsp:nvSpPr>
      <dsp:spPr>
        <a:xfrm>
          <a:off x="3845602" y="1294043"/>
          <a:ext cx="2017880" cy="1008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  <a:sp3d extrusionH="28000" prstMaterial="matte"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Easy Access</a:t>
          </a:r>
        </a:p>
      </dsp:txBody>
      <dsp:txXfrm>
        <a:off x="3894854" y="1343295"/>
        <a:ext cx="1919376" cy="910436"/>
      </dsp:txXfrm>
    </dsp:sp>
    <dsp:sp modelId="{76E9585E-5939-4FFB-B338-C5CBFD6ED9E1}">
      <dsp:nvSpPr>
        <dsp:cNvPr id="0" name=""/>
        <dsp:cNvSpPr/>
      </dsp:nvSpPr>
      <dsp:spPr>
        <a:xfrm>
          <a:off x="3165826" y="3386180"/>
          <a:ext cx="2017880" cy="1008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  <a:sp3d extrusionH="28000" prstMaterial="matte"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Transparency</a:t>
          </a:r>
        </a:p>
      </dsp:txBody>
      <dsp:txXfrm>
        <a:off x="3215078" y="3435432"/>
        <a:ext cx="1919376" cy="910436"/>
      </dsp:txXfrm>
    </dsp:sp>
    <dsp:sp modelId="{A00D4140-31FB-43B3-B0C6-2E06A9F9AD06}">
      <dsp:nvSpPr>
        <dsp:cNvPr id="0" name=""/>
        <dsp:cNvSpPr/>
      </dsp:nvSpPr>
      <dsp:spPr>
        <a:xfrm>
          <a:off x="966024" y="3386180"/>
          <a:ext cx="2017880" cy="1008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  <a:sp3d extrusionH="28000" prstMaterial="matte"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Convenience</a:t>
          </a:r>
        </a:p>
      </dsp:txBody>
      <dsp:txXfrm>
        <a:off x="1015276" y="3435432"/>
        <a:ext cx="1919376" cy="910436"/>
      </dsp:txXfrm>
    </dsp:sp>
    <dsp:sp modelId="{02AC2DD4-6649-4FB3-8886-763A7404E8FE}">
      <dsp:nvSpPr>
        <dsp:cNvPr id="0" name=""/>
        <dsp:cNvSpPr/>
      </dsp:nvSpPr>
      <dsp:spPr>
        <a:xfrm>
          <a:off x="286247" y="1294043"/>
          <a:ext cx="2017880" cy="1008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  <a:sp3d extrusionH="28000" prstMaterial="matte"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Wider Connectivity</a:t>
          </a:r>
        </a:p>
      </dsp:txBody>
      <dsp:txXfrm>
        <a:off x="335499" y="1343295"/>
        <a:ext cx="1919376" cy="9104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77A305-B610-4FDF-B5E1-07CF02AC256A}">
      <dsp:nvSpPr>
        <dsp:cNvPr id="0" name=""/>
        <dsp:cNvSpPr/>
      </dsp:nvSpPr>
      <dsp:spPr>
        <a:xfrm>
          <a:off x="2681923" y="1016969"/>
          <a:ext cx="2764152" cy="25335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🔐 </a:t>
          </a:r>
          <a:r>
            <a:rPr lang="en-IN" sz="2000" b="1" kern="1200" dirty="0">
              <a:solidFill>
                <a:schemeClr val="bg1"/>
              </a:solidFill>
            </a:rPr>
            <a:t>Cybersecurity</a:t>
          </a:r>
          <a:endParaRPr lang="en-IN" sz="1900" b="1" kern="1200" dirty="0">
            <a:solidFill>
              <a:schemeClr val="bg1"/>
            </a:solidFill>
          </a:endParaRPr>
        </a:p>
      </dsp:txBody>
      <dsp:txXfrm>
        <a:off x="3086724" y="1387992"/>
        <a:ext cx="1954550" cy="1791456"/>
      </dsp:txXfrm>
    </dsp:sp>
    <dsp:sp modelId="{B6EA78ED-A4FC-4A90-8164-18833079CEE0}">
      <dsp:nvSpPr>
        <dsp:cNvPr id="0" name=""/>
        <dsp:cNvSpPr/>
      </dsp:nvSpPr>
      <dsp:spPr>
        <a:xfrm>
          <a:off x="3430623" y="452"/>
          <a:ext cx="1266751" cy="126675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🔒 </a:t>
          </a:r>
          <a:r>
            <a:rPr lang="en-IN" sz="1800" b="1" kern="1200" dirty="0">
              <a:solidFill>
                <a:schemeClr val="bg1"/>
              </a:solidFill>
            </a:rPr>
            <a:t>Data Privacy</a:t>
          </a:r>
          <a:endParaRPr lang="en-IN" sz="1700" b="1" kern="1200" dirty="0">
            <a:solidFill>
              <a:schemeClr val="bg1"/>
            </a:solidFill>
          </a:endParaRPr>
        </a:p>
      </dsp:txBody>
      <dsp:txXfrm>
        <a:off x="3616134" y="185963"/>
        <a:ext cx="895729" cy="895729"/>
      </dsp:txXfrm>
    </dsp:sp>
    <dsp:sp modelId="{AB761608-7F26-4966-BEAA-387121192E64}">
      <dsp:nvSpPr>
        <dsp:cNvPr id="0" name=""/>
        <dsp:cNvSpPr/>
      </dsp:nvSpPr>
      <dsp:spPr>
        <a:xfrm>
          <a:off x="5119272" y="1827703"/>
          <a:ext cx="1266751" cy="126675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🌐 </a:t>
          </a:r>
          <a:r>
            <a:rPr lang="en-IN" sz="1800" b="1" kern="1200" dirty="0">
              <a:solidFill>
                <a:schemeClr val="bg1"/>
              </a:solidFill>
            </a:rPr>
            <a:t>Digital Divide</a:t>
          </a:r>
          <a:endParaRPr lang="en-IN" sz="1700" b="1" kern="1200" dirty="0">
            <a:solidFill>
              <a:schemeClr val="bg1"/>
            </a:solidFill>
          </a:endParaRPr>
        </a:p>
      </dsp:txBody>
      <dsp:txXfrm>
        <a:off x="5304783" y="2013214"/>
        <a:ext cx="895729" cy="895729"/>
      </dsp:txXfrm>
    </dsp:sp>
    <dsp:sp modelId="{C54419A4-371F-4869-8835-21026EC31DDC}">
      <dsp:nvSpPr>
        <dsp:cNvPr id="0" name=""/>
        <dsp:cNvSpPr/>
      </dsp:nvSpPr>
      <dsp:spPr>
        <a:xfrm>
          <a:off x="3237336" y="3300237"/>
          <a:ext cx="1653325" cy="126675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📱 </a:t>
          </a:r>
          <a:r>
            <a:rPr lang="en-IN" sz="1800" b="1" kern="1200" dirty="0">
              <a:solidFill>
                <a:schemeClr val="bg1"/>
              </a:solidFill>
            </a:rPr>
            <a:t>Digital Literacy</a:t>
          </a:r>
          <a:endParaRPr lang="en-IN" sz="1700" b="1" kern="1200" dirty="0">
            <a:solidFill>
              <a:schemeClr val="bg1"/>
            </a:solidFill>
          </a:endParaRPr>
        </a:p>
      </dsp:txBody>
      <dsp:txXfrm>
        <a:off x="3479460" y="3485748"/>
        <a:ext cx="1169077" cy="895729"/>
      </dsp:txXfrm>
    </dsp:sp>
    <dsp:sp modelId="{72050C03-D451-46A9-82A5-5C014338B822}">
      <dsp:nvSpPr>
        <dsp:cNvPr id="0" name=""/>
        <dsp:cNvSpPr/>
      </dsp:nvSpPr>
      <dsp:spPr>
        <a:xfrm>
          <a:off x="1780731" y="1650344"/>
          <a:ext cx="1266751" cy="126675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⚠️ </a:t>
          </a:r>
          <a:r>
            <a:rPr lang="en-IN" sz="1800" b="1" kern="1200" dirty="0">
              <a:solidFill>
                <a:schemeClr val="bg1"/>
              </a:solidFill>
            </a:rPr>
            <a:t>Online Fraud</a:t>
          </a:r>
          <a:endParaRPr lang="en-IN" sz="1700" b="1" kern="1200" dirty="0">
            <a:solidFill>
              <a:schemeClr val="bg1"/>
            </a:solidFill>
          </a:endParaRPr>
        </a:p>
      </dsp:txBody>
      <dsp:txXfrm>
        <a:off x="1966242" y="1835855"/>
        <a:ext cx="895729" cy="8957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87ABA-7E78-4A80-8E21-6F45C87CA6D6}">
      <dsp:nvSpPr>
        <dsp:cNvPr id="0" name=""/>
        <dsp:cNvSpPr/>
      </dsp:nvSpPr>
      <dsp:spPr>
        <a:xfrm>
          <a:off x="87540" y="1405032"/>
          <a:ext cx="1285670" cy="423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>
              <a:solidFill>
                <a:schemeClr val="bg1"/>
              </a:solidFill>
            </a:rPr>
            <a:t>Today</a:t>
          </a:r>
        </a:p>
      </dsp:txBody>
      <dsp:txXfrm>
        <a:off x="87540" y="1405032"/>
        <a:ext cx="1285670" cy="423686"/>
      </dsp:txXfrm>
    </dsp:sp>
    <dsp:sp modelId="{16BE6CD7-EFFD-4421-BD05-1117EFFDA7E6}">
      <dsp:nvSpPr>
        <dsp:cNvPr id="0" name=""/>
        <dsp:cNvSpPr/>
      </dsp:nvSpPr>
      <dsp:spPr>
        <a:xfrm>
          <a:off x="86079" y="1276173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76589F-72C0-419C-A9ED-AF17549B669E}">
      <dsp:nvSpPr>
        <dsp:cNvPr id="0" name=""/>
        <dsp:cNvSpPr/>
      </dsp:nvSpPr>
      <dsp:spPr>
        <a:xfrm>
          <a:off x="157667" y="1132996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6F97B6-E198-4ADB-9B73-C4B999C86FC9}">
      <dsp:nvSpPr>
        <dsp:cNvPr id="0" name=""/>
        <dsp:cNvSpPr/>
      </dsp:nvSpPr>
      <dsp:spPr>
        <a:xfrm>
          <a:off x="329479" y="1161631"/>
          <a:ext cx="160708" cy="1607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77E800-34C2-47FB-A10D-A9140E40F5B6}">
      <dsp:nvSpPr>
        <dsp:cNvPr id="0" name=""/>
        <dsp:cNvSpPr/>
      </dsp:nvSpPr>
      <dsp:spPr>
        <a:xfrm>
          <a:off x="472656" y="1004137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D39992-C854-42B7-B040-4F9A08BDCD22}">
      <dsp:nvSpPr>
        <dsp:cNvPr id="0" name=""/>
        <dsp:cNvSpPr/>
      </dsp:nvSpPr>
      <dsp:spPr>
        <a:xfrm>
          <a:off x="658786" y="946866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03A7C9-1AB7-49B9-B393-FB37FF98FCFE}">
      <dsp:nvSpPr>
        <dsp:cNvPr id="0" name=""/>
        <dsp:cNvSpPr/>
      </dsp:nvSpPr>
      <dsp:spPr>
        <a:xfrm>
          <a:off x="887869" y="1047090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9CEE46-2229-49B9-887E-031399978337}">
      <dsp:nvSpPr>
        <dsp:cNvPr id="0" name=""/>
        <dsp:cNvSpPr/>
      </dsp:nvSpPr>
      <dsp:spPr>
        <a:xfrm>
          <a:off x="1031046" y="1118678"/>
          <a:ext cx="160708" cy="1607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79A8FA-5D3A-428B-8D87-360B696731F9}">
      <dsp:nvSpPr>
        <dsp:cNvPr id="0" name=""/>
        <dsp:cNvSpPr/>
      </dsp:nvSpPr>
      <dsp:spPr>
        <a:xfrm>
          <a:off x="1231494" y="1276173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E5F3E6-64E1-45CC-9A83-E9EE57C43075}">
      <dsp:nvSpPr>
        <dsp:cNvPr id="0" name=""/>
        <dsp:cNvSpPr/>
      </dsp:nvSpPr>
      <dsp:spPr>
        <a:xfrm>
          <a:off x="1317400" y="1433668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D2D6AC-515E-4D22-A526-08790C1EFA24}">
      <dsp:nvSpPr>
        <dsp:cNvPr id="0" name=""/>
        <dsp:cNvSpPr/>
      </dsp:nvSpPr>
      <dsp:spPr>
        <a:xfrm>
          <a:off x="572880" y="1132996"/>
          <a:ext cx="262978" cy="2629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66726C-AAC0-45F8-8198-78FF815061EA}">
      <dsp:nvSpPr>
        <dsp:cNvPr id="0" name=""/>
        <dsp:cNvSpPr/>
      </dsp:nvSpPr>
      <dsp:spPr>
        <a:xfrm>
          <a:off x="14490" y="1677068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82A89F-8318-4645-9EAF-08B3385DBEA1}">
      <dsp:nvSpPr>
        <dsp:cNvPr id="0" name=""/>
        <dsp:cNvSpPr/>
      </dsp:nvSpPr>
      <dsp:spPr>
        <a:xfrm>
          <a:off x="100396" y="1805928"/>
          <a:ext cx="160708" cy="1607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D1E018-E290-4351-8A84-F2B86796C3A0}">
      <dsp:nvSpPr>
        <dsp:cNvPr id="0" name=""/>
        <dsp:cNvSpPr/>
      </dsp:nvSpPr>
      <dsp:spPr>
        <a:xfrm>
          <a:off x="315162" y="1920469"/>
          <a:ext cx="233758" cy="2337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8D0B2F-48A1-4BA1-8912-8A6B04BF1F1C}">
      <dsp:nvSpPr>
        <dsp:cNvPr id="0" name=""/>
        <dsp:cNvSpPr/>
      </dsp:nvSpPr>
      <dsp:spPr>
        <a:xfrm>
          <a:off x="615833" y="2106599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677460-6EDB-46E7-B1A1-A0911E273ECA}">
      <dsp:nvSpPr>
        <dsp:cNvPr id="0" name=""/>
        <dsp:cNvSpPr/>
      </dsp:nvSpPr>
      <dsp:spPr>
        <a:xfrm>
          <a:off x="673104" y="1920469"/>
          <a:ext cx="160708" cy="1607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BA786B-66C3-43D2-A900-C2485A494A06}">
      <dsp:nvSpPr>
        <dsp:cNvPr id="0" name=""/>
        <dsp:cNvSpPr/>
      </dsp:nvSpPr>
      <dsp:spPr>
        <a:xfrm>
          <a:off x="816281" y="2120917"/>
          <a:ext cx="102269" cy="102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7043B6-22C5-43CF-B9FE-6BB4B72DD028}">
      <dsp:nvSpPr>
        <dsp:cNvPr id="0" name=""/>
        <dsp:cNvSpPr/>
      </dsp:nvSpPr>
      <dsp:spPr>
        <a:xfrm>
          <a:off x="945140" y="1891834"/>
          <a:ext cx="233758" cy="2337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7A4AE8-E2A1-4DA4-90D5-415E3E2DE2D3}">
      <dsp:nvSpPr>
        <dsp:cNvPr id="0" name=""/>
        <dsp:cNvSpPr/>
      </dsp:nvSpPr>
      <dsp:spPr>
        <a:xfrm>
          <a:off x="1260129" y="1834563"/>
          <a:ext cx="160708" cy="1607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27F15C-9488-4680-B02E-69DEF9922981}">
      <dsp:nvSpPr>
        <dsp:cNvPr id="0" name=""/>
        <dsp:cNvSpPr/>
      </dsp:nvSpPr>
      <dsp:spPr>
        <a:xfrm>
          <a:off x="1420838" y="1161393"/>
          <a:ext cx="471978" cy="901058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F0625A-27B2-43CF-9FA0-2FDF178B872F}">
      <dsp:nvSpPr>
        <dsp:cNvPr id="0" name=""/>
        <dsp:cNvSpPr/>
      </dsp:nvSpPr>
      <dsp:spPr>
        <a:xfrm>
          <a:off x="1892817" y="1161831"/>
          <a:ext cx="1287214" cy="90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bg1"/>
              </a:solidFill>
            </a:rPr>
            <a:t>Connected Services</a:t>
          </a:r>
        </a:p>
      </dsp:txBody>
      <dsp:txXfrm>
        <a:off x="1892817" y="1161831"/>
        <a:ext cx="1287214" cy="901050"/>
      </dsp:txXfrm>
    </dsp:sp>
    <dsp:sp modelId="{4536DFE1-287C-4962-BE62-E608C26B1E17}">
      <dsp:nvSpPr>
        <dsp:cNvPr id="0" name=""/>
        <dsp:cNvSpPr/>
      </dsp:nvSpPr>
      <dsp:spPr>
        <a:xfrm>
          <a:off x="3180032" y="1161393"/>
          <a:ext cx="471978" cy="901058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AF5C71-4AB2-40A8-BEA3-843F7D950F8D}">
      <dsp:nvSpPr>
        <dsp:cNvPr id="0" name=""/>
        <dsp:cNvSpPr/>
      </dsp:nvSpPr>
      <dsp:spPr>
        <a:xfrm>
          <a:off x="3652011" y="1161831"/>
          <a:ext cx="1287214" cy="90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bg1"/>
              </a:solidFill>
            </a:rPr>
            <a:t>Smart Cities</a:t>
          </a:r>
        </a:p>
      </dsp:txBody>
      <dsp:txXfrm>
        <a:off x="3652011" y="1161831"/>
        <a:ext cx="1287214" cy="901050"/>
      </dsp:txXfrm>
    </dsp:sp>
    <dsp:sp modelId="{506713E1-FEE7-4955-8415-92F75F1271C2}">
      <dsp:nvSpPr>
        <dsp:cNvPr id="0" name=""/>
        <dsp:cNvSpPr/>
      </dsp:nvSpPr>
      <dsp:spPr>
        <a:xfrm>
          <a:off x="4939225" y="1161393"/>
          <a:ext cx="471978" cy="901058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4B47A7-4E6D-432E-BC00-1C341D5500CA}">
      <dsp:nvSpPr>
        <dsp:cNvPr id="0" name=""/>
        <dsp:cNvSpPr/>
      </dsp:nvSpPr>
      <dsp:spPr>
        <a:xfrm>
          <a:off x="5411204" y="1161831"/>
          <a:ext cx="1287214" cy="901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bg1"/>
              </a:solidFill>
            </a:rPr>
            <a:t>Digital Economy</a:t>
          </a:r>
        </a:p>
      </dsp:txBody>
      <dsp:txXfrm>
        <a:off x="5411204" y="1161831"/>
        <a:ext cx="1287214" cy="901050"/>
      </dsp:txXfrm>
    </dsp:sp>
    <dsp:sp modelId="{968D573B-6969-4BAA-9E04-F9EF309287C3}">
      <dsp:nvSpPr>
        <dsp:cNvPr id="0" name=""/>
        <dsp:cNvSpPr/>
      </dsp:nvSpPr>
      <dsp:spPr>
        <a:xfrm>
          <a:off x="6698419" y="1161393"/>
          <a:ext cx="471978" cy="901058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46FC50-51D1-45D7-9E28-F006D95BA82A}">
      <dsp:nvSpPr>
        <dsp:cNvPr id="0" name=""/>
        <dsp:cNvSpPr/>
      </dsp:nvSpPr>
      <dsp:spPr>
        <a:xfrm>
          <a:off x="7221887" y="1086928"/>
          <a:ext cx="1094132" cy="10941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Future</a:t>
          </a:r>
          <a:r>
            <a:rPr lang="en-IN" sz="1300" kern="1200" dirty="0"/>
            <a:t> </a:t>
          </a:r>
        </a:p>
      </dsp:txBody>
      <dsp:txXfrm>
        <a:off x="7382119" y="1247160"/>
        <a:ext cx="773668" cy="773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394B-F679-E6BE-FDF8-A095E8275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F2152-D818-ACD4-08EE-5C4F1A039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5F53-1D21-50AA-B558-3C14A90F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B7476-AF3D-C33F-28DD-13EA5AD0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79BE0-37BF-3FD7-238A-6B98279CD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365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DC33-6BEB-EEAB-CC0C-98F066AD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330FB-1E05-5C0D-6B9E-61A6AA3A4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1E5E9-A215-B434-E95A-EB5A1C9D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7538F-978C-952D-0BA6-91CF0CB8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B823-89EE-EA34-1E2C-4810F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67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71AA-DB0C-F522-97BA-A650A0E2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D636E-AD8C-BA45-D49E-F48CDCEB1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3F2B7-2B4D-E8F2-3FF4-FC6E02E8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772C7-CAEC-066E-5CC1-3FF2832C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2724-4CE8-190D-A775-0F681996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153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21116-5677-93D3-89D8-770D9AA8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A15C8-7F8E-26B2-46CA-C21C9E43B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04AFD-0E51-899D-CF86-BAD261225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6E254-6D3A-BB2A-10B8-62DFAEBA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DC975-1FAA-701F-EB27-F07B7775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667DE-AFE7-3506-91E3-EC59B371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28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92F4-92A0-22B7-7C9E-3E8AA737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10B22-DBCA-2578-B912-6C5238895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B9B9D-64D1-90B3-C38A-CFB3C210B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40C8F-2B3F-335F-6BF5-6C51F2280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DDFB7-6F44-F050-2D14-E2B2C240D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91C326-CB9B-DB6C-6CF4-AB09820F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FFEA3-49BC-38F4-268E-EAC7083B5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1574C3-86DE-40EC-56EA-972C208C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006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EFC8-9C7E-84E5-E606-4F7B722AA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2F527-7AE3-E3DA-8861-74DF5974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16F40-5512-B7B8-091C-A51B3D040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EB03B-4843-B064-12C5-72077C90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8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D72F7-39D0-C9CB-6C0E-4A7491A4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FF53B-AD21-7209-8011-EA569629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35C7D-3A44-4DD4-196A-1B528739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022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6669-64CB-4F0F-3FBD-175C45701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4A502-6754-FBFC-0342-942F95295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B42A9-AAE1-7411-6D5C-19EA2A94C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78E34-64BE-2A0A-8940-E109E251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749B7-E7DB-071D-FDF7-B0506B0E0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1ED9B-A15C-B5D2-3E65-7F45FEC1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9498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2035-504B-B73D-6374-461F6E330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02436-0CF7-24BD-0015-BB2B9A327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D1C02-B66F-EC58-10B9-8000C42C9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7CA91-5177-7B44-1E86-645A355A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C8440-3A64-8540-E6A6-47686CFB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4C184-2BDD-7335-DC06-6A973256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44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099A-6A3C-D3F6-F03F-A1A07F67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4091E-F5FB-513D-691A-D21E7F3AD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B0D4E-2D42-FE1A-DE85-A93B34FD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5EFED-ED9A-C54A-3845-6FA640B7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893D-A119-47BF-A731-3F2C6F44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542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490490-7514-5CED-2712-417CBC703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BF18D-3265-247C-0FB3-DC3CCEC8A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8A8C5-A36A-0BB2-398B-066789BF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BB285-F328-41B8-0BCE-3ABF034D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A271-A72E-17DF-B972-EB4BEFFC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742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EEE01-9FDE-A337-6417-0D3B5B68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E2652-4785-96BF-35A2-A685019FF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38C69-8C5C-49E5-85F6-92F7DFA24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96AE1-EFB9-4F12-A327-95EFE2AA1DB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17D9D-F7F9-98C1-B032-04802CB11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7E615-F619-48D7-AA31-2AF3CFDAB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591B8-4E8E-4551-A099-1C3C542C0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0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ostrategicmedia.com/2020/12/26/india-at-the-forefront-of-information-technology-for-science-and-culture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9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sv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skleo.com/how-i-use-ai-at-ask-leo/" TargetMode="External"/><Relationship Id="rId3" Type="http://schemas.openxmlformats.org/officeDocument/2006/relationships/diagramLayout" Target="../diagrams/layout3.xml"/><Relationship Id="rId7" Type="http://schemas.openxmlformats.org/officeDocument/2006/relationships/image" Target="../media/image16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hyperlink" Target="https://creativecommons.org/licenses/by-nc-nd/3.0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hyperlink" Target="https://pixabay.com/en/technology-future-phone-apple-512210/" TargetMode="Externa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image" Target="../media/image17.jpg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plutopia.io/e-patients-and-ai/" TargetMode="External"/><Relationship Id="rId3" Type="http://schemas.openxmlformats.org/officeDocument/2006/relationships/diagramLayout" Target="../diagrams/layout7.xml"/><Relationship Id="rId7" Type="http://schemas.openxmlformats.org/officeDocument/2006/relationships/image" Target="../media/image1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81A6-A734-ED75-7ECF-504AC7B2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79754"/>
            <a:ext cx="9612922" cy="2094523"/>
          </a:xfrm>
          <a:solidFill>
            <a:schemeClr val="accent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Digital India – Technology for a Better Future</a:t>
            </a:r>
            <a:endParaRPr lang="en-IN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EE282-68E6-DCAD-8BFE-552372238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7201" y="5064369"/>
            <a:ext cx="3868615" cy="1207477"/>
          </a:xfrm>
        </p:spPr>
        <p:txBody>
          <a:bodyPr>
            <a:normAutofit fontScale="92500"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       Name- Princy                     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 Trade-AIPA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                                      Institute-NSTI(W), Allahabad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            Date-16/09/2026</a:t>
            </a:r>
          </a:p>
        </p:txBody>
      </p:sp>
      <p:pic>
        <p:nvPicPr>
          <p:cNvPr id="10" name="WhatsApp Audio 2026-09-16 at 2.50.28 PM">
            <a:hlinkClick r:id="" action="ppaction://media"/>
            <a:extLst>
              <a:ext uri="{FF2B5EF4-FFF2-40B4-BE49-F238E27FC236}">
                <a16:creationId xmlns:a16="http://schemas.microsoft.com/office/drawing/2014/main" id="{5801A05B-D371-9FA6-9E6A-3200D95E42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5816" y="607841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01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D620DC-BF6D-F4B6-FDEE-9D17F8929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49"/>
            <a:ext cx="12192000" cy="68636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D931D5-7360-C807-2442-63036014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5308" cy="1053367"/>
          </a:xfr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What is Digital India?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14F00-354C-7A60-7EEA-37DDE18A3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1825625"/>
            <a:ext cx="11113168" cy="38532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Digital services for citizens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government services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payments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infrastructure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Technology-enabled education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5C057-7B6E-32FC-B4A8-7800CD108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43600" y="3116052"/>
            <a:ext cx="3956539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890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55EA7F-FF69-84BD-1A94-7A39C50B0168}"/>
              </a:ext>
            </a:extLst>
          </p:cNvPr>
          <p:cNvSpPr txBox="1"/>
          <p:nvPr/>
        </p:nvSpPr>
        <p:spPr>
          <a:xfrm>
            <a:off x="778297" y="2794552"/>
            <a:ext cx="4368134" cy="13234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Major Areas of Digital India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6BEEE76-5521-E9E1-E162-9D3CBBF6F2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8309707"/>
              </p:ext>
            </p:extLst>
          </p:nvPr>
        </p:nvGraphicFramePr>
        <p:xfrm>
          <a:off x="5251618" y="1227212"/>
          <a:ext cx="6846277" cy="4911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Graphic 21" descr="Books on shelf with solid fill">
            <a:extLst>
              <a:ext uri="{FF2B5EF4-FFF2-40B4-BE49-F238E27FC236}">
                <a16:creationId xmlns:a16="http://schemas.microsoft.com/office/drawing/2014/main" id="{D180EEC5-F8D5-0129-1C79-0063C9BAFC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0894" y="5367178"/>
            <a:ext cx="527218" cy="527218"/>
          </a:xfrm>
          <a:prstGeom prst="rect">
            <a:avLst/>
          </a:prstGeom>
        </p:spPr>
      </p:pic>
      <p:pic>
        <p:nvPicPr>
          <p:cNvPr id="24" name="Graphic 23" descr="Bank with solid fill">
            <a:extLst>
              <a:ext uri="{FF2B5EF4-FFF2-40B4-BE49-F238E27FC236}">
                <a16:creationId xmlns:a16="http://schemas.microsoft.com/office/drawing/2014/main" id="{6A2736E8-74D0-DEFC-DC8D-7AC258E47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1733" y="2166744"/>
            <a:ext cx="645088" cy="646331"/>
          </a:xfrm>
          <a:prstGeom prst="rect">
            <a:avLst/>
          </a:prstGeom>
        </p:spPr>
      </p:pic>
      <p:pic>
        <p:nvPicPr>
          <p:cNvPr id="26" name="Graphic 25" descr="Graduation cap with solid fill">
            <a:extLst>
              <a:ext uri="{FF2B5EF4-FFF2-40B4-BE49-F238E27FC236}">
                <a16:creationId xmlns:a16="http://schemas.microsoft.com/office/drawing/2014/main" id="{3AF735E6-2828-3BBF-E933-44728CC0B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42036" y="2974250"/>
            <a:ext cx="646331" cy="646331"/>
          </a:xfrm>
          <a:prstGeom prst="rect">
            <a:avLst/>
          </a:prstGeom>
        </p:spPr>
      </p:pic>
      <p:pic>
        <p:nvPicPr>
          <p:cNvPr id="30" name="Graphic 29" descr="Piggy Bank with solid fill">
            <a:extLst>
              <a:ext uri="{FF2B5EF4-FFF2-40B4-BE49-F238E27FC236}">
                <a16:creationId xmlns:a16="http://schemas.microsoft.com/office/drawing/2014/main" id="{FEE6193C-6B71-F8C9-5BBA-3C6B5F188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0490" y="4518194"/>
            <a:ext cx="646331" cy="646331"/>
          </a:xfrm>
          <a:prstGeom prst="rect">
            <a:avLst/>
          </a:prstGeom>
        </p:spPr>
      </p:pic>
      <p:pic>
        <p:nvPicPr>
          <p:cNvPr id="32" name="Graphic 31" descr="Heart with pulse with solid fill">
            <a:extLst>
              <a:ext uri="{FF2B5EF4-FFF2-40B4-BE49-F238E27FC236}">
                <a16:creationId xmlns:a16="http://schemas.microsoft.com/office/drawing/2014/main" id="{FC308182-F7AC-E596-D53B-292DC1D138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5019" y="3727808"/>
            <a:ext cx="780366" cy="780366"/>
          </a:xfrm>
          <a:prstGeom prst="rect">
            <a:avLst/>
          </a:prstGeom>
        </p:spPr>
      </p:pic>
      <p:pic>
        <p:nvPicPr>
          <p:cNvPr id="34" name="Graphic 33" descr="Dollar with solid fill">
            <a:extLst>
              <a:ext uri="{FF2B5EF4-FFF2-40B4-BE49-F238E27FC236}">
                <a16:creationId xmlns:a16="http://schemas.microsoft.com/office/drawing/2014/main" id="{C2FC5F5A-3767-FF97-39C4-1BB5F6FFA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51618" y="1408341"/>
            <a:ext cx="678181" cy="67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46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50DB2CA-A1DB-447E-B2FE-D75D916B3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graphicEl>
                                              <a:dgm id="{E50DB2CA-A1DB-447E-B2FE-D75D916B30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7EF3D5F-A3E6-42B7-BFC8-BC5A49426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07EF3D5F-A3E6-42B7-BFC8-BC5A49426C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DB79DF51-55D0-4055-8A53-E21E231627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graphicEl>
                                              <a:dgm id="{DB79DF51-55D0-4055-8A53-E21E231627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FF8F008-9BDC-4898-9A0B-94AE7CAC82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EFF8F008-9BDC-4898-9A0B-94AE7CAC82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8D7DED4-5156-479A-8D36-3FA44DAFBE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graphicEl>
                                              <a:dgm id="{E8D7DED4-5156-479A-8D36-3FA44DAFBE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9ADF3E1D-4FFB-4182-B636-D530667E1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graphicEl>
                                              <a:dgm id="{9ADF3E1D-4FFB-4182-B636-D530667E1A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2AF1BC59-CB1D-458B-9003-6294025A42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graphicEl>
                                              <a:dgm id="{2AF1BC59-CB1D-458B-9003-6294025A42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8AB48B3-88B3-4A2D-BA05-168FA0F8F9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graphicEl>
                                              <a:dgm id="{E8AB48B3-88B3-4A2D-BA05-168FA0F8F9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FEED182-3980-439F-94D8-D3B93D56C3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graphicEl>
                                              <a:dgm id="{EFEED182-3980-439F-94D8-D3B93D56C3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F1D765D4-43C1-48BD-B7CA-2810683329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graphicEl>
                                              <a:dgm id="{F1D765D4-43C1-48BD-B7CA-2810683329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C90A594-ABE9-45F7-AB23-63DC15147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graphicEl>
                                              <a:dgm id="{EC90A594-ABE9-45F7-AB23-63DC15147B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FDB3A70C-A89E-438C-82D1-2AB99A6831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>
                                            <p:graphicEl>
                                              <a:dgm id="{FDB3A70C-A89E-438C-82D1-2AB99A6831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FEBB2CE4-013E-4067-81B1-00A5B2B1E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graphicEl>
                                              <a:dgm id="{FEBB2CE4-013E-4067-81B1-00A5B2B1E5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1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7DE16B-EE3D-FB3C-9C3C-1064E454F9B2}"/>
              </a:ext>
            </a:extLst>
          </p:cNvPr>
          <p:cNvSpPr txBox="1"/>
          <p:nvPr/>
        </p:nvSpPr>
        <p:spPr>
          <a:xfrm>
            <a:off x="3188677" y="867508"/>
            <a:ext cx="5990492" cy="64633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Digital Services We Use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7CE11C4-1376-F6D2-C4EC-3CBCD88AA9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184665"/>
              </p:ext>
            </p:extLst>
          </p:nvPr>
        </p:nvGraphicFramePr>
        <p:xfrm>
          <a:off x="1703753" y="3100754"/>
          <a:ext cx="8999415" cy="2397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id="{91795CE0-40A1-7092-3D8B-12BA8A686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98431" y="2971800"/>
            <a:ext cx="914400" cy="914400"/>
          </a:xfrm>
          <a:prstGeom prst="rect">
            <a:avLst/>
          </a:prstGeom>
        </p:spPr>
      </p:pic>
      <p:pic>
        <p:nvPicPr>
          <p:cNvPr id="12" name="Graphic 11" descr="Smart Phone with solid fill">
            <a:extLst>
              <a:ext uri="{FF2B5EF4-FFF2-40B4-BE49-F238E27FC236}">
                <a16:creationId xmlns:a16="http://schemas.microsoft.com/office/drawing/2014/main" id="{AFE415A7-57FE-31BB-0C4B-6B02220210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98277" y="2995247"/>
            <a:ext cx="785446" cy="785446"/>
          </a:xfrm>
          <a:prstGeom prst="rect">
            <a:avLst/>
          </a:prstGeom>
        </p:spPr>
      </p:pic>
      <p:pic>
        <p:nvPicPr>
          <p:cNvPr id="15" name="Graphic 14" descr="Internet with solid fill">
            <a:extLst>
              <a:ext uri="{FF2B5EF4-FFF2-40B4-BE49-F238E27FC236}">
                <a16:creationId xmlns:a16="http://schemas.microsoft.com/office/drawing/2014/main" id="{0B1D2534-2E39-71E9-154D-D3B365913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46260" y="2885343"/>
            <a:ext cx="914400" cy="914400"/>
          </a:xfrm>
          <a:prstGeom prst="rect">
            <a:avLst/>
          </a:prstGeom>
        </p:spPr>
      </p:pic>
      <p:pic>
        <p:nvPicPr>
          <p:cNvPr id="16" name="Graphic 15" descr="Money with solid fill">
            <a:extLst>
              <a:ext uri="{FF2B5EF4-FFF2-40B4-BE49-F238E27FC236}">
                <a16:creationId xmlns:a16="http://schemas.microsoft.com/office/drawing/2014/main" id="{2615C209-35E3-F23D-8310-A60C276E0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40792" y="2771043"/>
            <a:ext cx="914400" cy="914400"/>
          </a:xfrm>
          <a:prstGeom prst="rect">
            <a:avLst/>
          </a:prstGeom>
        </p:spPr>
      </p:pic>
      <p:pic>
        <p:nvPicPr>
          <p:cNvPr id="17" name="Graphic 16" descr="Diploma roll with solid fill">
            <a:extLst>
              <a:ext uri="{FF2B5EF4-FFF2-40B4-BE49-F238E27FC236}">
                <a16:creationId xmlns:a16="http://schemas.microsoft.com/office/drawing/2014/main" id="{1CC1BD53-D3B3-1A87-FDA8-CF9849D6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79169" y="28662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59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01B59FB-8EF0-4356-81B1-ED77B8DBA2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dgm id="{D01B59FB-8EF0-4356-81B1-ED77B8DBA2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6949FC1-FBB3-43D8-95CA-B20EA6F9B6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46949FC1-FBB3-43D8-95CA-B20EA6F9B6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D2889F7-2AB6-41CF-BAC0-4FB10A8740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graphicEl>
                                              <a:dgm id="{CD2889F7-2AB6-41CF-BAC0-4FB10A8740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059C03D-6A31-4412-BBF6-F4FBA6B6CD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dgm id="{C059C03D-6A31-4412-BBF6-F4FBA6B6CD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C3D09E1-4B7E-4F76-9763-A00EB7A195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graphicEl>
                                              <a:dgm id="{7C3D09E1-4B7E-4F76-9763-A00EB7A195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D29CF7-6180-F279-F15C-AE40BA2E6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148"/>
            <a:ext cx="12191999" cy="69702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9DBF5E-219D-9155-D975-F41A10A2443C}"/>
              </a:ext>
            </a:extLst>
          </p:cNvPr>
          <p:cNvSpPr txBox="1"/>
          <p:nvPr/>
        </p:nvSpPr>
        <p:spPr>
          <a:xfrm>
            <a:off x="2321169" y="738554"/>
            <a:ext cx="7561386" cy="707886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Digital Payment Method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252BD1-064B-DD6F-36F6-96ED4C7C6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1298"/>
              </p:ext>
            </p:extLst>
          </p:nvPr>
        </p:nvGraphicFramePr>
        <p:xfrm>
          <a:off x="2041768" y="2241142"/>
          <a:ext cx="8016632" cy="3397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8658">
                  <a:extLst>
                    <a:ext uri="{9D8B030D-6E8A-4147-A177-3AD203B41FA5}">
                      <a16:colId xmlns:a16="http://schemas.microsoft.com/office/drawing/2014/main" val="403157565"/>
                    </a:ext>
                  </a:extLst>
                </a:gridCol>
                <a:gridCol w="4017974">
                  <a:extLst>
                    <a:ext uri="{9D8B030D-6E8A-4147-A177-3AD203B41FA5}">
                      <a16:colId xmlns:a16="http://schemas.microsoft.com/office/drawing/2014/main" val="2167616509"/>
                    </a:ext>
                  </a:extLst>
                </a:gridCol>
              </a:tblGrid>
              <a:tr h="55979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Payment Method</a:t>
                      </a:r>
                    </a:p>
                  </a:txBody>
                  <a:tcPr>
                    <a:cell3D prstMaterial="dkEdge">
                      <a:bevel prst="riblet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>
                    <a:cell3D prstMaterial="dkEdge">
                      <a:bevel prst="riblet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01179987"/>
                  </a:ext>
                </a:extLst>
              </a:tr>
              <a:tr h="56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UPI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Mobile payment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614647"/>
                  </a:ext>
                </a:extLst>
              </a:tr>
              <a:tr h="56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Debit Card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Card payment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251484"/>
                  </a:ext>
                </a:extLst>
              </a:tr>
              <a:tr h="56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Credit Card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Online payment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605428"/>
                  </a:ext>
                </a:extLst>
              </a:tr>
              <a:tr h="56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Net Banking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Bank transfer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995320"/>
                  </a:ext>
                </a:extLst>
              </a:tr>
              <a:tr h="56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QR Code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Scan &amp; Pay</a:t>
                      </a:r>
                    </a:p>
                  </a:txBody>
                  <a:tcPr anchor="ctr"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98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598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290FF3A-EA9A-BC18-CA47-7BDDF70594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8006935"/>
              </p:ext>
            </p:extLst>
          </p:nvPr>
        </p:nvGraphicFramePr>
        <p:xfrm>
          <a:off x="1785815" y="2051539"/>
          <a:ext cx="8436708" cy="4590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98B76D-7D77-E7FD-C9B1-C7960FB6BED1}"/>
              </a:ext>
            </a:extLst>
          </p:cNvPr>
          <p:cNvSpPr txBox="1"/>
          <p:nvPr/>
        </p:nvSpPr>
        <p:spPr>
          <a:xfrm>
            <a:off x="3589214" y="527538"/>
            <a:ext cx="5507893" cy="5847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Growth Of Digital Payment</a:t>
            </a:r>
          </a:p>
        </p:txBody>
      </p:sp>
    </p:spTree>
    <p:extLst>
      <p:ext uri="{BB962C8B-B14F-4D97-AF65-F5344CB8AC3E}">
        <p14:creationId xmlns:p14="http://schemas.microsoft.com/office/powerpoint/2010/main" val="160288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6E919-D232-17F9-D35B-D5C2E2CAE31A}"/>
              </a:ext>
            </a:extLst>
          </p:cNvPr>
          <p:cNvSpPr txBox="1"/>
          <p:nvPr/>
        </p:nvSpPr>
        <p:spPr>
          <a:xfrm>
            <a:off x="3276600" y="539262"/>
            <a:ext cx="5867400" cy="5847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  <a:effectLst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55500" dist="1016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Benefits of Digital Technology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A64803D-CDF2-CCB7-9F05-D53D3597ED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0305895"/>
              </p:ext>
            </p:extLst>
          </p:nvPr>
        </p:nvGraphicFramePr>
        <p:xfrm>
          <a:off x="1893277" y="2040596"/>
          <a:ext cx="6149731" cy="4396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CA68E10-A8EE-B00B-F92F-7EF52A7D91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774722" y="1905055"/>
            <a:ext cx="3417277" cy="2702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F4915B-9D43-3A23-0BDA-CB5DEFBB986A}"/>
              </a:ext>
            </a:extLst>
          </p:cNvPr>
          <p:cNvSpPr txBox="1"/>
          <p:nvPr/>
        </p:nvSpPr>
        <p:spPr>
          <a:xfrm>
            <a:off x="9144000" y="423867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8" tooltip="https://askleo.com/how-i-use-ai-at-ask-leo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9" tooltip="https://creativecommons.org/licenses/by-nc-nd/3.0/"/>
              </a:rPr>
              <a:t>CC BY-NC-ND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793202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CDD7887-5657-4105-B585-CCE7515CBB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5CDD7887-5657-4105-B585-CCE7515CBB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6D318C9-D929-47EF-9960-53AA237DCC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36D318C9-D929-47EF-9960-53AA237DCC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1C6392-1733-49EB-BCC7-47A35F4686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graphicEl>
                                              <a:dgm id="{CD1C6392-1733-49EB-BCC7-47A35F4686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E9585E-5939-4FFB-B338-C5CBFD6ED9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graphicEl>
                                              <a:dgm id="{76E9585E-5939-4FFB-B338-C5CBFD6ED9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0D4140-31FB-43B3-B0C6-2E06A9F9AD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graphicEl>
                                              <a:dgm id="{A00D4140-31FB-43B3-B0C6-2E06A9F9AD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AC2DD4-6649-4FB3-8886-763A7404E8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02AC2DD4-6649-4FB3-8886-763A7404E8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7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85AF45-5327-ECBF-B44A-4152F411860C}"/>
              </a:ext>
            </a:extLst>
          </p:cNvPr>
          <p:cNvSpPr txBox="1"/>
          <p:nvPr/>
        </p:nvSpPr>
        <p:spPr>
          <a:xfrm>
            <a:off x="4009293" y="473482"/>
            <a:ext cx="2696307" cy="5847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  <a:effectLst>
            <a:reflection blurRad="6350" stA="50000" endA="275" endPos="40000" dist="101600" dir="5400000" sy="-100000" algn="bl" rotWithShape="0"/>
          </a:effectLst>
          <a:scene3d>
            <a:camera prst="isometricOffAxis1Right"/>
            <a:lightRig rig="threePt" dir="t"/>
          </a:scene3d>
          <a:sp3d>
            <a:bevelT w="139700" prst="cross"/>
          </a:sp3d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Challenges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E3DBA4B-966B-605B-315B-A4382E3702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0257991"/>
              </p:ext>
            </p:extLst>
          </p:nvPr>
        </p:nvGraphicFramePr>
        <p:xfrm>
          <a:off x="2031999" y="2434167"/>
          <a:ext cx="8128000" cy="2766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7276634-C0B2-E179-C943-BAEC173DCA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9840992"/>
              </p:ext>
            </p:extLst>
          </p:nvPr>
        </p:nvGraphicFramePr>
        <p:xfrm>
          <a:off x="2032000" y="1817077"/>
          <a:ext cx="8128000" cy="4321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892087BA-ECB2-A71A-F45D-1EA7913F5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936295"/>
              </p:ext>
            </p:extLst>
          </p:nvPr>
        </p:nvGraphicFramePr>
        <p:xfrm>
          <a:off x="332154" y="1817077"/>
          <a:ext cx="8127999" cy="4567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6A28008E-1687-9502-9453-5AB18935DF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8299938" y="2567354"/>
            <a:ext cx="3892061" cy="24735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94643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B577A305-B610-4FDF-B5E1-07CF02AC2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graphicEl>
                                              <a:dgm id="{B577A305-B610-4FDF-B5E1-07CF02AC25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B6EA78ED-A4FC-4A90-8164-18833079C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graphicEl>
                                              <a:dgm id="{B6EA78ED-A4FC-4A90-8164-18833079CE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AB761608-7F26-4966-BEAA-387121192E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graphicEl>
                                              <a:dgm id="{AB761608-7F26-4966-BEAA-387121192E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C54419A4-371F-4869-8835-21026EC31D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graphicEl>
                                              <a:dgm id="{C54419A4-371F-4869-8835-21026EC31D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72050C03-D451-46A9-82A5-5C014338B8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graphicEl>
                                              <a:dgm id="{72050C03-D451-46A9-82A5-5C014338B8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15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C3938-C12B-DEAB-81C2-33B64E8817AE}"/>
              </a:ext>
            </a:extLst>
          </p:cNvPr>
          <p:cNvSpPr txBox="1"/>
          <p:nvPr/>
        </p:nvSpPr>
        <p:spPr>
          <a:xfrm>
            <a:off x="3528646" y="422031"/>
            <a:ext cx="5369169" cy="58477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  <a:effectLst>
            <a:reflection blurRad="6350" stA="50000" endA="275" endPos="400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Future Of Digital India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3E8F-512C-1CA9-204C-D4EBB4A10038}"/>
              </a:ext>
            </a:extLst>
          </p:cNvPr>
          <p:cNvSpPr txBox="1"/>
          <p:nvPr/>
        </p:nvSpPr>
        <p:spPr>
          <a:xfrm>
            <a:off x="1242647" y="1524000"/>
            <a:ext cx="2286000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  <a:effectLst>
            <a:reflection blurRad="6350" stA="50000" endA="300" endPos="550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sz="2000" b="1" dirty="0">
                <a:solidFill>
                  <a:schemeClr val="bg1"/>
                </a:solidFill>
              </a:rPr>
              <a:t>Timeline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535A0BD-4648-EA7F-E6B7-EA53C95C6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0345171"/>
              </p:ext>
            </p:extLst>
          </p:nvPr>
        </p:nvGraphicFramePr>
        <p:xfrm>
          <a:off x="287217" y="1351058"/>
          <a:ext cx="8381999" cy="3170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EE803EB-124A-DB75-4894-5FF33C9465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713784" y="1924110"/>
            <a:ext cx="4021015" cy="276994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48032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AD1E018-E290-4351-8A84-F2B86796C3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FAD1E018-E290-4351-8A84-F2B86796C3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277E800-34C2-47FB-A10D-A9140E40F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9277E800-34C2-47FB-A10D-A9140E40F5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8677460-6EDB-46E7-B1A1-A0911E273E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98677460-6EDB-46E7-B1A1-A0911E273E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603A7C9-1AB7-49B9-B393-FB37FF98FC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6603A7C9-1AB7-49B9-B393-FB37FF98FC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16F97B6-E198-4ADB-9B73-C4B999C86F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016F97B6-E198-4ADB-9B73-C4B999C86F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A82A89F-8318-4645-9EAF-08B3385DBE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BA82A89F-8318-4645-9EAF-08B3385DBE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CE5F3E6-64E1-45CC-9A83-E9EE57C430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graphicEl>
                                              <a:dgm id="{FCE5F3E6-64E1-45CC-9A83-E9EE57C430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D39992-C854-42B7-B040-4F9A08BDC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graphicEl>
                                              <a:dgm id="{7ED39992-C854-42B7-B040-4F9A08BDC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C76589F-72C0-419C-A9ED-AF17549B66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dgm id="{7C76589F-72C0-419C-A9ED-AF17549B66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6BE6CD7-EFFD-4421-BD05-1117EFFDA7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graphicEl>
                                              <a:dgm id="{16BE6CD7-EFFD-4421-BD05-1117EFFDA7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C66726C-AAC0-45F8-8198-78FF815061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graphicEl>
                                              <a:dgm id="{5C66726C-AAC0-45F8-8198-78FF815061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57043B6-22C5-43CF-B9FE-6BB4B72DD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graphicEl>
                                              <a:dgm id="{357043B6-22C5-43CF-B9FE-6BB4B72DD0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08D0B2F-48A1-4BA1-8912-8A6B04BF1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graphicEl>
                                              <a:dgm id="{408D0B2F-48A1-4BA1-8912-8A6B04BF1F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29CEE46-2229-49B9-887E-0313999783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graphicEl>
                                              <a:dgm id="{529CEE46-2229-49B9-887E-0313999783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D2D6AC-515E-4D22-A526-08790C1EFA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graphicEl>
                                              <a:dgm id="{7AD2D6AC-515E-4D22-A526-08790C1EFA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E79A8FA-5D3A-428B-8D87-360B696731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graphicEl>
                                              <a:dgm id="{DE79A8FA-5D3A-428B-8D87-360B696731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DBA786B-66C3-43D2-A900-C2485A494A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graphicEl>
                                              <a:dgm id="{8DBA786B-66C3-43D2-A900-C2485A494A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27A4AE8-E2A1-4DA4-90D5-415E3E2DE2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graphicEl>
                                              <a:dgm id="{227A4AE8-E2A1-4DA4-90D5-415E3E2DE2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C87ABA-7E78-4A80-8E21-6F45C87CA6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graphicEl>
                                              <a:dgm id="{E3C87ABA-7E78-4A80-8E21-6F45C87CA6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F27F15C-9488-4680-B02E-69DEF99229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graphicEl>
                                              <a:dgm id="{FF27F15C-9488-4680-B02E-69DEF99229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CF0625A-27B2-43CF-9FA0-2FDF178B8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graphicEl>
                                              <a:dgm id="{3CF0625A-27B2-43CF-9FA0-2FDF178B87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536DFE1-287C-4962-BE62-E608C26B1E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">
                                            <p:graphicEl>
                                              <a:dgm id="{4536DFE1-287C-4962-BE62-E608C26B1E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2AF5C71-4AB2-40A8-BEA3-843F7D950F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graphicEl>
                                              <a:dgm id="{F2AF5C71-4AB2-40A8-BEA3-843F7D950F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06713E1-FEE7-4955-8415-92F75F1271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">
                                            <p:graphicEl>
                                              <a:dgm id="{506713E1-FEE7-4955-8415-92F75F1271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A4B47A7-4E6D-432E-BC00-1C341D5500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EA4B47A7-4E6D-432E-BC00-1C341D5500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68D573B-6969-4BAA-9E04-F9EF309287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>
                                            <p:graphicEl>
                                              <a:dgm id="{968D573B-6969-4BAA-9E04-F9EF309287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346FC50-51D1-45D7-9E28-F006D95BA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graphicEl>
                                              <a:dgm id="{6346FC50-51D1-45D7-9E28-F006D95BA8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6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76060-9972-312E-3956-3F05C7C75629}"/>
              </a:ext>
            </a:extLst>
          </p:cNvPr>
          <p:cNvSpPr txBox="1"/>
          <p:nvPr/>
        </p:nvSpPr>
        <p:spPr>
          <a:xfrm>
            <a:off x="961292" y="879231"/>
            <a:ext cx="305972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  <a:effectLst>
            <a:reflection blurRad="6350" stA="50000" endA="300" endPos="555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9CC24-B8AD-44DD-3007-A03D14DD5177}"/>
              </a:ext>
            </a:extLst>
          </p:cNvPr>
          <p:cNvSpPr txBox="1"/>
          <p:nvPr/>
        </p:nvSpPr>
        <p:spPr>
          <a:xfrm>
            <a:off x="879230" y="3458087"/>
            <a:ext cx="8815753" cy="175432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Digital India is transforming the way people live, work, learn, and connect.</a:t>
            </a:r>
          </a:p>
          <a:p>
            <a:r>
              <a:rPr lang="en-US" b="1" dirty="0">
                <a:solidFill>
                  <a:schemeClr val="bg1"/>
                </a:solidFill>
              </a:rPr>
              <a:t>With the growth of Artificial Intelligence, Smart Cities, Digital Payments, and Connected Services, India is moving towards a more  smart , connected, inclusive, and technology-driven future.</a:t>
            </a:r>
          </a:p>
          <a:p>
            <a:r>
              <a:rPr lang="en-US" b="1" dirty="0">
                <a:solidFill>
                  <a:schemeClr val="bg1"/>
                </a:solidFill>
              </a:rPr>
              <a:t>The future of Digital India is not just about technology—it is about creating better opportunities and improving the quality of life for everyone.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0B733-A482-1143-28D6-FAF8FE516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833" y="335899"/>
            <a:ext cx="3924300" cy="2619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1211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E3D789-8061-A403-D214-FCD3E3DB0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015" y="-326827"/>
            <a:ext cx="12403015" cy="718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37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229</Words>
  <Application>Microsoft Office PowerPoint</Application>
  <PresentationFormat>Widescreen</PresentationFormat>
  <Paragraphs>65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Digital India – Technology for a Better Future</vt:lpstr>
      <vt:lpstr>What is Digital India?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Princy Yadav</dc:creator>
  <cp:lastModifiedBy>Princy Yadav</cp:lastModifiedBy>
  <cp:revision>1</cp:revision>
  <dcterms:created xsi:type="dcterms:W3CDTF">2026-09-16T07:25:33Z</dcterms:created>
  <dcterms:modified xsi:type="dcterms:W3CDTF">2026-09-16T10:49:53Z</dcterms:modified>
</cp:coreProperties>
</file>